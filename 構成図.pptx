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4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5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6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7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8.xml" ContentType="application/vnd.openxmlformats-officedocument.theme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5" r:id="rId1"/>
    <p:sldMasterId id="2147483766" r:id="rId2"/>
    <p:sldMasterId id="2147483794" r:id="rId3"/>
    <p:sldMasterId id="2147483809" r:id="rId4"/>
    <p:sldMasterId id="2147483799" r:id="rId5"/>
    <p:sldMasterId id="2147483789" r:id="rId6"/>
    <p:sldMasterId id="2147483804" r:id="rId7"/>
    <p:sldMasterId id="2147483814" r:id="rId8"/>
    <p:sldMasterId id="2147483819" r:id="rId9"/>
  </p:sldMasterIdLst>
  <p:notesMasterIdLst>
    <p:notesMasterId r:id="rId12"/>
  </p:notesMasterIdLst>
  <p:sldIdLst>
    <p:sldId id="257" r:id="rId10"/>
    <p:sldId id="256" r:id="rId11"/>
  </p:sldIdLst>
  <p:sldSz cx="24382413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97" userDrawn="1">
          <p15:clr>
            <a:srgbClr val="A4A3A4"/>
          </p15:clr>
        </p15:guide>
        <p15:guide id="2" pos="7680" userDrawn="1">
          <p15:clr>
            <a:srgbClr val="A4A3A4"/>
          </p15:clr>
        </p15:guide>
        <p15:guide id="3" pos="717" userDrawn="1">
          <p15:clr>
            <a:srgbClr val="A4A3A4"/>
          </p15:clr>
        </p15:guide>
        <p15:guide id="4" pos="14597" userDrawn="1">
          <p15:clr>
            <a:srgbClr val="A4A3A4"/>
          </p15:clr>
        </p15:guide>
        <p15:guide id="5" orient="horz" pos="442" userDrawn="1">
          <p15:clr>
            <a:srgbClr val="A4A3A4"/>
          </p15:clr>
        </p15:guide>
        <p15:guide id="6" orient="horz" pos="8244" userDrawn="1">
          <p15:clr>
            <a:srgbClr val="A4A3A4"/>
          </p15:clr>
        </p15:guide>
        <p15:guide id="7" orient="horz" pos="963" userDrawn="1">
          <p15:clr>
            <a:srgbClr val="A4A3A4"/>
          </p15:clr>
        </p15:guide>
        <p15:guide id="8" orient="horz" pos="767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800"/>
    <a:srgbClr val="404044"/>
    <a:srgbClr val="FF5577"/>
    <a:srgbClr val="00C8C8"/>
    <a:srgbClr val="7899DF"/>
    <a:srgbClr val="7F8087"/>
    <a:srgbClr val="000000"/>
    <a:srgbClr val="0000A9"/>
    <a:srgbClr val="FFCB02"/>
    <a:srgbClr val="CCCC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C306CE-836D-479E-BF46-90B4FA3C69C3}" v="34" dt="2026-06-04T00:35:48.7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898"/>
  </p:normalViewPr>
  <p:slideViewPr>
    <p:cSldViewPr snapToGrid="0" snapToObjects="1">
      <p:cViewPr varScale="1">
        <p:scale>
          <a:sx n="81" d="100"/>
          <a:sy n="81" d="100"/>
        </p:scale>
        <p:origin x="204" y="84"/>
      </p:cViewPr>
      <p:guideLst>
        <p:guide orient="horz" pos="4297"/>
        <p:guide pos="7680"/>
        <p:guide pos="717"/>
        <p:guide pos="14597"/>
        <p:guide orient="horz" pos="442"/>
        <p:guide orient="horz" pos="8244"/>
        <p:guide orient="horz" pos="963"/>
        <p:guide orient="horz" pos="767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09" d="100"/>
          <a:sy n="109" d="100"/>
        </p:scale>
        <p:origin x="4232" y="17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2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slide" Target="slides/slid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城谷 匠" userId="afbae57c-d4ca-4e58-bc9a-6f765e208d89" providerId="ADAL" clId="{FD963559-32B2-43B7-8F97-A1E47AC731FA}"/>
    <pc:docChg chg="undo custSel addSld modSld sldOrd">
      <pc:chgData name="城谷 匠" userId="afbae57c-d4ca-4e58-bc9a-6f765e208d89" providerId="ADAL" clId="{FD963559-32B2-43B7-8F97-A1E47AC731FA}" dt="2026-06-04T00:52:46.305" v="354" actId="20577"/>
      <pc:docMkLst>
        <pc:docMk/>
      </pc:docMkLst>
      <pc:sldChg chg="addSp delSp modSp mod">
        <pc:chgData name="城谷 匠" userId="afbae57c-d4ca-4e58-bc9a-6f765e208d89" providerId="ADAL" clId="{FD963559-32B2-43B7-8F97-A1E47AC731FA}" dt="2026-06-04T00:36:01.142" v="329" actId="20577"/>
        <pc:sldMkLst>
          <pc:docMk/>
          <pc:sldMk cId="2769160972" sldId="256"/>
        </pc:sldMkLst>
        <pc:spChg chg="mod">
          <ac:chgData name="城谷 匠" userId="afbae57c-d4ca-4e58-bc9a-6f765e208d89" providerId="ADAL" clId="{FD963559-32B2-43B7-8F97-A1E47AC731FA}" dt="2026-06-03T10:26:03.303" v="114" actId="20577"/>
          <ac:spMkLst>
            <pc:docMk/>
            <pc:sldMk cId="2769160972" sldId="256"/>
            <ac:spMk id="2" creationId="{6514041E-494C-500D-6D1B-76774DB34B73}"/>
          </ac:spMkLst>
        </pc:spChg>
        <pc:spChg chg="add del mod ord">
          <ac:chgData name="城谷 匠" userId="afbae57c-d4ca-4e58-bc9a-6f765e208d89" providerId="ADAL" clId="{FD963559-32B2-43B7-8F97-A1E47AC731FA}" dt="2026-06-04T00:35:03.845" v="306" actId="478"/>
          <ac:spMkLst>
            <pc:docMk/>
            <pc:sldMk cId="2769160972" sldId="256"/>
            <ac:spMk id="3" creationId="{3C76D596-4293-839C-56F3-19B234C4733D}"/>
          </ac:spMkLst>
        </pc:spChg>
        <pc:spChg chg="add mod">
          <ac:chgData name="城谷 匠" userId="afbae57c-d4ca-4e58-bc9a-6f765e208d89" providerId="ADAL" clId="{FD963559-32B2-43B7-8F97-A1E47AC731FA}" dt="2026-06-04T00:34:13.179" v="291" actId="1076"/>
          <ac:spMkLst>
            <pc:docMk/>
            <pc:sldMk cId="2769160972" sldId="256"/>
            <ac:spMk id="6" creationId="{DB76D205-CDE8-01E8-364B-C9BDD47514C7}"/>
          </ac:spMkLst>
        </pc:spChg>
        <pc:spChg chg="add mod">
          <ac:chgData name="城谷 匠" userId="afbae57c-d4ca-4e58-bc9a-6f765e208d89" providerId="ADAL" clId="{FD963559-32B2-43B7-8F97-A1E47AC731FA}" dt="2026-06-03T07:15:51.422" v="31" actId="20577"/>
          <ac:spMkLst>
            <pc:docMk/>
            <pc:sldMk cId="2769160972" sldId="256"/>
            <ac:spMk id="10" creationId="{B6F0A33E-CA7F-61E2-D01F-740D72866CE7}"/>
          </ac:spMkLst>
        </pc:spChg>
        <pc:spChg chg="add mod">
          <ac:chgData name="城谷 匠" userId="afbae57c-d4ca-4e58-bc9a-6f765e208d89" providerId="ADAL" clId="{FD963559-32B2-43B7-8F97-A1E47AC731FA}" dt="2026-06-03T07:16:17.545" v="51" actId="20577"/>
          <ac:spMkLst>
            <pc:docMk/>
            <pc:sldMk cId="2769160972" sldId="256"/>
            <ac:spMk id="12" creationId="{2652E62A-D446-EC5B-F0E3-85ADE834EBF0}"/>
          </ac:spMkLst>
        </pc:spChg>
        <pc:spChg chg="add mod">
          <ac:chgData name="城谷 匠" userId="afbae57c-d4ca-4e58-bc9a-6f765e208d89" providerId="ADAL" clId="{FD963559-32B2-43B7-8F97-A1E47AC731FA}" dt="2026-06-04T00:33:48.803" v="276"/>
          <ac:spMkLst>
            <pc:docMk/>
            <pc:sldMk cId="2769160972" sldId="256"/>
            <ac:spMk id="16" creationId="{60A870AA-2495-24F8-24E9-3E33EE621E21}"/>
          </ac:spMkLst>
        </pc:spChg>
        <pc:spChg chg="add mod">
          <ac:chgData name="城谷 匠" userId="afbae57c-d4ca-4e58-bc9a-6f765e208d89" providerId="ADAL" clId="{FD963559-32B2-43B7-8F97-A1E47AC731FA}" dt="2026-06-04T00:34:06.398" v="290" actId="20577"/>
          <ac:spMkLst>
            <pc:docMk/>
            <pc:sldMk cId="2769160972" sldId="256"/>
            <ac:spMk id="18" creationId="{845049B2-30B3-3BCD-92C5-BDF8FB59532D}"/>
          </ac:spMkLst>
        </pc:spChg>
        <pc:spChg chg="add mod">
          <ac:chgData name="城谷 匠" userId="afbae57c-d4ca-4e58-bc9a-6f765e208d89" providerId="ADAL" clId="{FD963559-32B2-43B7-8F97-A1E47AC731FA}" dt="2026-06-04T00:34:30.985" v="297" actId="20577"/>
          <ac:spMkLst>
            <pc:docMk/>
            <pc:sldMk cId="2769160972" sldId="256"/>
            <ac:spMk id="20" creationId="{48A0B388-ACB2-AEAF-A275-0118DA1FC15B}"/>
          </ac:spMkLst>
        </pc:spChg>
        <pc:spChg chg="add mod">
          <ac:chgData name="城谷 匠" userId="afbae57c-d4ca-4e58-bc9a-6f765e208d89" providerId="ADAL" clId="{FD963559-32B2-43B7-8F97-A1E47AC731FA}" dt="2026-06-04T00:34:54.136" v="305" actId="20577"/>
          <ac:spMkLst>
            <pc:docMk/>
            <pc:sldMk cId="2769160972" sldId="256"/>
            <ac:spMk id="22" creationId="{8C1C4FB6-B673-8059-6FAD-898F0BAF6728}"/>
          </ac:spMkLst>
        </pc:spChg>
        <pc:spChg chg="add mod">
          <ac:chgData name="城谷 匠" userId="afbae57c-d4ca-4e58-bc9a-6f765e208d89" providerId="ADAL" clId="{FD963559-32B2-43B7-8F97-A1E47AC731FA}" dt="2026-06-04T00:35:44.141" v="323" actId="1076"/>
          <ac:spMkLst>
            <pc:docMk/>
            <pc:sldMk cId="2769160972" sldId="256"/>
            <ac:spMk id="24" creationId="{13FCBFFF-611C-4774-D50D-741B8265683C}"/>
          </ac:spMkLst>
        </pc:spChg>
        <pc:spChg chg="add mod">
          <ac:chgData name="城谷 匠" userId="afbae57c-d4ca-4e58-bc9a-6f765e208d89" providerId="ADAL" clId="{FD963559-32B2-43B7-8F97-A1E47AC731FA}" dt="2026-06-04T00:36:01.142" v="329" actId="20577"/>
          <ac:spMkLst>
            <pc:docMk/>
            <pc:sldMk cId="2769160972" sldId="256"/>
            <ac:spMk id="25" creationId="{3691A153-6CCF-9200-CC5A-088361CF7762}"/>
          </ac:spMkLst>
        </pc:spChg>
        <pc:spChg chg="mod topLvl">
          <ac:chgData name="城谷 匠" userId="afbae57c-d4ca-4e58-bc9a-6f765e208d89" providerId="ADAL" clId="{FD963559-32B2-43B7-8F97-A1E47AC731FA}" dt="2026-06-03T07:15:38.872" v="20" actId="165"/>
          <ac:spMkLst>
            <pc:docMk/>
            <pc:sldMk cId="2769160972" sldId="256"/>
            <ac:spMk id="26" creationId="{1E4FD6B1-46BF-BAC2-974B-1B9196D0199F}"/>
          </ac:spMkLst>
        </pc:spChg>
        <pc:spChg chg="mod topLvl">
          <ac:chgData name="城谷 匠" userId="afbae57c-d4ca-4e58-bc9a-6f765e208d89" providerId="ADAL" clId="{FD963559-32B2-43B7-8F97-A1E47AC731FA}" dt="2026-06-03T07:15:38.872" v="20" actId="165"/>
          <ac:spMkLst>
            <pc:docMk/>
            <pc:sldMk cId="2769160972" sldId="256"/>
            <ac:spMk id="27" creationId="{4EDF7E9A-333D-A809-5B96-159B88EADF4C}"/>
          </ac:spMkLst>
        </pc:spChg>
        <pc:spChg chg="mod topLvl">
          <ac:chgData name="城谷 匠" userId="afbae57c-d4ca-4e58-bc9a-6f765e208d89" providerId="ADAL" clId="{FD963559-32B2-43B7-8F97-A1E47AC731FA}" dt="2026-06-03T07:15:38.872" v="20" actId="165"/>
          <ac:spMkLst>
            <pc:docMk/>
            <pc:sldMk cId="2769160972" sldId="256"/>
            <ac:spMk id="28" creationId="{21953237-669B-EC7E-292B-E3ED09320DE1}"/>
          </ac:spMkLst>
        </pc:spChg>
        <pc:spChg chg="mod topLvl">
          <ac:chgData name="城谷 匠" userId="afbae57c-d4ca-4e58-bc9a-6f765e208d89" providerId="ADAL" clId="{FD963559-32B2-43B7-8F97-A1E47AC731FA}" dt="2026-06-03T07:15:38.872" v="20" actId="165"/>
          <ac:spMkLst>
            <pc:docMk/>
            <pc:sldMk cId="2769160972" sldId="256"/>
            <ac:spMk id="29" creationId="{48793116-D311-2D79-DDCF-700448B50606}"/>
          </ac:spMkLst>
        </pc:spChg>
        <pc:spChg chg="mod topLvl">
          <ac:chgData name="城谷 匠" userId="afbae57c-d4ca-4e58-bc9a-6f765e208d89" providerId="ADAL" clId="{FD963559-32B2-43B7-8F97-A1E47AC731FA}" dt="2026-06-03T07:17:09.593" v="69" actId="1076"/>
          <ac:spMkLst>
            <pc:docMk/>
            <pc:sldMk cId="2769160972" sldId="256"/>
            <ac:spMk id="32" creationId="{2DA268EB-C1F9-C781-A515-51EB4B55C522}"/>
          </ac:spMkLst>
        </pc:spChg>
        <pc:spChg chg="add mod">
          <ac:chgData name="城谷 匠" userId="afbae57c-d4ca-4e58-bc9a-6f765e208d89" providerId="ADAL" clId="{FD963559-32B2-43B7-8F97-A1E47AC731FA}" dt="2026-06-03T10:25:55.966" v="109" actId="1076"/>
          <ac:spMkLst>
            <pc:docMk/>
            <pc:sldMk cId="2769160972" sldId="256"/>
            <ac:spMk id="37" creationId="{066AA720-F3C4-E9C9-39EE-E2D0B824E371}"/>
          </ac:spMkLst>
        </pc:spChg>
        <pc:spChg chg="mod">
          <ac:chgData name="城谷 匠" userId="afbae57c-d4ca-4e58-bc9a-6f765e208d89" providerId="ADAL" clId="{FD963559-32B2-43B7-8F97-A1E47AC731FA}" dt="2026-06-03T07:15:38.872" v="20" actId="165"/>
          <ac:spMkLst>
            <pc:docMk/>
            <pc:sldMk cId="2769160972" sldId="256"/>
            <ac:spMk id="50" creationId="{C174DEE7-549E-95C7-B45C-D17438252CCB}"/>
          </ac:spMkLst>
        </pc:spChg>
        <pc:spChg chg="mod topLvl">
          <ac:chgData name="城谷 匠" userId="afbae57c-d4ca-4e58-bc9a-6f765e208d89" providerId="ADAL" clId="{FD963559-32B2-43B7-8F97-A1E47AC731FA}" dt="2026-06-03T07:15:38.872" v="20" actId="165"/>
          <ac:spMkLst>
            <pc:docMk/>
            <pc:sldMk cId="2769160972" sldId="256"/>
            <ac:spMk id="87" creationId="{A4BB7251-4CC6-D3F6-C167-7019C650E32B}"/>
          </ac:spMkLst>
        </pc:spChg>
        <pc:spChg chg="mod topLvl">
          <ac:chgData name="城谷 匠" userId="afbae57c-d4ca-4e58-bc9a-6f765e208d89" providerId="ADAL" clId="{FD963559-32B2-43B7-8F97-A1E47AC731FA}" dt="2026-06-03T07:15:38.872" v="20" actId="165"/>
          <ac:spMkLst>
            <pc:docMk/>
            <pc:sldMk cId="2769160972" sldId="256"/>
            <ac:spMk id="88" creationId="{8A9FBCDA-6A1E-F84C-E179-BC92A055F257}"/>
          </ac:spMkLst>
        </pc:spChg>
        <pc:spChg chg="mod">
          <ac:chgData name="城谷 匠" userId="afbae57c-d4ca-4e58-bc9a-6f765e208d89" providerId="ADAL" clId="{FD963559-32B2-43B7-8F97-A1E47AC731FA}" dt="2026-06-03T07:15:38.872" v="20" actId="165"/>
          <ac:spMkLst>
            <pc:docMk/>
            <pc:sldMk cId="2769160972" sldId="256"/>
            <ac:spMk id="100" creationId="{45E5A58F-F7B8-A4C2-A568-F1BC7CE9D705}"/>
          </ac:spMkLst>
        </pc:spChg>
        <pc:spChg chg="mod">
          <ac:chgData name="城谷 匠" userId="afbae57c-d4ca-4e58-bc9a-6f765e208d89" providerId="ADAL" clId="{FD963559-32B2-43B7-8F97-A1E47AC731FA}" dt="2026-06-03T07:15:38.872" v="20" actId="165"/>
          <ac:spMkLst>
            <pc:docMk/>
            <pc:sldMk cId="2769160972" sldId="256"/>
            <ac:spMk id="101" creationId="{59875B07-0692-8994-9E4A-7D850BF627CB}"/>
          </ac:spMkLst>
        </pc:spChg>
        <pc:grpChg chg="mod">
          <ac:chgData name="城谷 匠" userId="afbae57c-d4ca-4e58-bc9a-6f765e208d89" providerId="ADAL" clId="{FD963559-32B2-43B7-8F97-A1E47AC731FA}" dt="2026-06-03T07:15:33.717" v="19" actId="1076"/>
          <ac:grpSpMkLst>
            <pc:docMk/>
            <pc:sldMk cId="2769160972" sldId="256"/>
            <ac:grpSpMk id="126" creationId="{EB116B37-8AB9-DE6A-913E-7EDAA29A5D09}"/>
          </ac:grpSpMkLst>
        </pc:grpChg>
        <pc:graphicFrameChg chg="mod">
          <ac:chgData name="城谷 匠" userId="afbae57c-d4ca-4e58-bc9a-6f765e208d89" providerId="ADAL" clId="{FD963559-32B2-43B7-8F97-A1E47AC731FA}" dt="2026-06-03T10:08:40.423" v="86" actId="20577"/>
          <ac:graphicFrameMkLst>
            <pc:docMk/>
            <pc:sldMk cId="2769160972" sldId="256"/>
            <ac:graphicFrameMk id="106" creationId="{1325D288-8AE4-48A9-7DDC-034ABCEBEA49}"/>
          </ac:graphicFrameMkLst>
        </pc:graphicFrameChg>
        <pc:picChg chg="add mod">
          <ac:chgData name="城谷 匠" userId="afbae57c-d4ca-4e58-bc9a-6f765e208d89" providerId="ADAL" clId="{FD963559-32B2-43B7-8F97-A1E47AC731FA}" dt="2026-06-03T07:15:29.031" v="17" actId="1076"/>
          <ac:picMkLst>
            <pc:docMk/>
            <pc:sldMk cId="2769160972" sldId="256"/>
            <ac:picMk id="4" creationId="{FE0D4D9F-3516-4BF1-0061-EA71EEFC2967}"/>
          </ac:picMkLst>
        </pc:picChg>
        <pc:picChg chg="add mod">
          <ac:chgData name="城谷 匠" userId="afbae57c-d4ca-4e58-bc9a-6f765e208d89" providerId="ADAL" clId="{FD963559-32B2-43B7-8F97-A1E47AC731FA}" dt="2026-06-03T07:15:32.099" v="18" actId="1076"/>
          <ac:picMkLst>
            <pc:docMk/>
            <pc:sldMk cId="2769160972" sldId="256"/>
            <ac:picMk id="8" creationId="{19128A85-A5AC-E9EB-BA5F-86D8F7396F8D}"/>
          </ac:picMkLst>
        </pc:picChg>
        <pc:cxnChg chg="add mod">
          <ac:chgData name="城谷 匠" userId="afbae57c-d4ca-4e58-bc9a-6f765e208d89" providerId="ADAL" clId="{FD963559-32B2-43B7-8F97-A1E47AC731FA}" dt="2026-06-03T07:16:39.664" v="59" actId="14100"/>
          <ac:cxnSpMkLst>
            <pc:docMk/>
            <pc:sldMk cId="2769160972" sldId="256"/>
            <ac:cxnSpMk id="14" creationId="{DADE32E3-7022-ABA4-0839-CBFA67CA793E}"/>
          </ac:cxnSpMkLst>
        </pc:cxnChg>
        <pc:cxnChg chg="add mod">
          <ac:chgData name="城谷 匠" userId="afbae57c-d4ca-4e58-bc9a-6f765e208d89" providerId="ADAL" clId="{FD963559-32B2-43B7-8F97-A1E47AC731FA}" dt="2026-06-03T07:16:44.493" v="62" actId="1076"/>
          <ac:cxnSpMkLst>
            <pc:docMk/>
            <pc:sldMk cId="2769160972" sldId="256"/>
            <ac:cxnSpMk id="25" creationId="{8C3B37E3-F8AE-248D-672A-C9C365B2E4E1}"/>
          </ac:cxnSpMkLst>
        </pc:cxnChg>
        <pc:cxnChg chg="add mod">
          <ac:chgData name="城谷 匠" userId="afbae57c-d4ca-4e58-bc9a-6f765e208d89" providerId="ADAL" clId="{FD963559-32B2-43B7-8F97-A1E47AC731FA}" dt="2026-06-03T07:16:51.942" v="66" actId="14100"/>
          <ac:cxnSpMkLst>
            <pc:docMk/>
            <pc:sldMk cId="2769160972" sldId="256"/>
            <ac:cxnSpMk id="33" creationId="{EEAD8A5B-05C0-1062-5BFC-97129A97EDC7}"/>
          </ac:cxnSpMkLst>
        </pc:cxnChg>
        <pc:cxnChg chg="mod">
          <ac:chgData name="城谷 匠" userId="afbae57c-d4ca-4e58-bc9a-6f765e208d89" providerId="ADAL" clId="{FD963559-32B2-43B7-8F97-A1E47AC731FA}" dt="2026-06-02T13:24:07.553" v="2"/>
          <ac:cxnSpMkLst>
            <pc:docMk/>
            <pc:sldMk cId="2769160972" sldId="256"/>
            <ac:cxnSpMk id="68" creationId="{A666D5FA-C0C1-F95E-E530-A2A2E4925DB2}"/>
          </ac:cxnSpMkLst>
        </pc:cxnChg>
      </pc:sldChg>
      <pc:sldChg chg="modSp new mod ord">
        <pc:chgData name="城谷 匠" userId="afbae57c-d4ca-4e58-bc9a-6f765e208d89" providerId="ADAL" clId="{FD963559-32B2-43B7-8F97-A1E47AC731FA}" dt="2026-06-04T00:52:46.305" v="354" actId="20577"/>
        <pc:sldMkLst>
          <pc:docMk/>
          <pc:sldMk cId="344881896" sldId="257"/>
        </pc:sldMkLst>
        <pc:spChg chg="mod">
          <ac:chgData name="城谷 匠" userId="afbae57c-d4ca-4e58-bc9a-6f765e208d89" providerId="ADAL" clId="{FD963559-32B2-43B7-8F97-A1E47AC731FA}" dt="2026-06-04T00:32:38.812" v="208" actId="20577"/>
          <ac:spMkLst>
            <pc:docMk/>
            <pc:sldMk cId="344881896" sldId="257"/>
            <ac:spMk id="2" creationId="{091D4FA6-506E-D910-9848-DA476E859D72}"/>
          </ac:spMkLst>
        </pc:spChg>
        <pc:spChg chg="mod">
          <ac:chgData name="城谷 匠" userId="afbae57c-d4ca-4e58-bc9a-6f765e208d89" providerId="ADAL" clId="{FD963559-32B2-43B7-8F97-A1E47AC731FA}" dt="2026-06-04T00:52:46.305" v="354" actId="20577"/>
          <ac:spMkLst>
            <pc:docMk/>
            <pc:sldMk cId="344881896" sldId="257"/>
            <ac:spMk id="3" creationId="{1BD3B655-6B12-979A-3D9D-DF7E4D17F04B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42EE24-A998-424A-BA28-CAF4949ECFAF}" type="doc">
      <dgm:prSet loTypeId="urn:microsoft.com/office/officeart/2005/8/layout/process2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kumimoji="1" lang="ja-JP" altLang="en-US"/>
        </a:p>
      </dgm:t>
    </dgm:pt>
    <dgm:pt modelId="{FCFB28AA-E588-44ED-98EE-784789F81932}">
      <dgm:prSet phldrT="[テキスト]"/>
      <dgm:spPr/>
      <dgm:t>
        <a:bodyPr/>
        <a:lstStyle/>
        <a:p>
          <a:pPr>
            <a:buFont typeface="+mj-lt"/>
            <a:buAutoNum type="arabicPeriod"/>
          </a:pPr>
          <a:r>
            <a:rPr kumimoji="1" lang="en-US" altLang="ja-JP" dirty="0" err="1"/>
            <a:t>ImageFlux</a:t>
          </a:r>
          <a:r>
            <a:rPr kumimoji="1" lang="ja-JP" altLang="en-US" dirty="0"/>
            <a:t>が</a:t>
          </a:r>
          <a:r>
            <a:rPr kumimoji="1" lang="en-US" altLang="ja-JP" dirty="0" err="1"/>
            <a:t>AppRun</a:t>
          </a:r>
          <a:r>
            <a:rPr kumimoji="1" lang="ja-JP" altLang="en-US" dirty="0"/>
            <a:t>共用型に</a:t>
          </a:r>
          <a:br>
            <a:rPr kumimoji="1" lang="en-US" altLang="ja-JP" dirty="0"/>
          </a:br>
          <a:r>
            <a:rPr kumimoji="1" lang="ja-JP" altLang="en-US" dirty="0"/>
            <a:t>アーカイブ保存完了のイベント</a:t>
          </a:r>
          <a:r>
            <a:rPr kumimoji="1" lang="en-US" altLang="ja-JP" dirty="0"/>
            <a:t>Webhook</a:t>
          </a:r>
          <a:r>
            <a:rPr kumimoji="1" lang="ja-JP" altLang="en-US" dirty="0"/>
            <a:t>通知を送信</a:t>
          </a:r>
        </a:p>
      </dgm:t>
    </dgm:pt>
    <dgm:pt modelId="{F618B8E0-D4D3-4E55-B918-6507C8BF99BB}" type="parTrans" cxnId="{CD8DF443-F476-4DD3-BC33-9542B376595F}">
      <dgm:prSet/>
      <dgm:spPr/>
      <dgm:t>
        <a:bodyPr/>
        <a:lstStyle/>
        <a:p>
          <a:endParaRPr kumimoji="1" lang="ja-JP" altLang="en-US"/>
        </a:p>
      </dgm:t>
    </dgm:pt>
    <dgm:pt modelId="{0E70C1FF-71B2-424F-B47F-AB7512B0ED18}" type="sibTrans" cxnId="{CD8DF443-F476-4DD3-BC33-9542B376595F}">
      <dgm:prSet/>
      <dgm:spPr/>
      <dgm:t>
        <a:bodyPr/>
        <a:lstStyle/>
        <a:p>
          <a:endParaRPr kumimoji="1" lang="ja-JP" altLang="en-US"/>
        </a:p>
      </dgm:t>
    </dgm:pt>
    <dgm:pt modelId="{282C7160-1280-4C38-8D62-C833D2079100}">
      <dgm:prSet phldrT="[テキスト]"/>
      <dgm:spPr/>
      <dgm:t>
        <a:bodyPr/>
        <a:lstStyle/>
        <a:p>
          <a:pPr>
            <a:buFont typeface="+mj-lt"/>
            <a:buAutoNum type="arabicPeriod"/>
          </a:pPr>
          <a:r>
            <a:rPr kumimoji="1" lang="en-US" altLang="ja-JP" dirty="0" err="1"/>
            <a:t>AppRun</a:t>
          </a:r>
          <a:r>
            <a:rPr kumimoji="1" lang="ja-JP" altLang="en-US" dirty="0"/>
            <a:t>共用型はシンプル</a:t>
          </a:r>
          <a:r>
            <a:rPr kumimoji="1" lang="en-US" altLang="ja-JP" dirty="0"/>
            <a:t>MQ</a:t>
          </a:r>
          <a:r>
            <a:rPr kumimoji="1" lang="ja-JP" altLang="en-US" dirty="0"/>
            <a:t>に</a:t>
          </a:r>
          <a:br>
            <a:rPr kumimoji="1" lang="en-US" altLang="ja-JP" dirty="0"/>
          </a:br>
          <a:r>
            <a:rPr kumimoji="1" lang="en-US" altLang="ja-JP" dirty="0"/>
            <a:t>.m3u8</a:t>
          </a:r>
          <a:r>
            <a:rPr kumimoji="1" lang="ja-JP" altLang="en-US" dirty="0"/>
            <a:t>のパスと通知日時を送信</a:t>
          </a:r>
          <a:endParaRPr kumimoji="1" lang="en-US" altLang="ja-JP" dirty="0"/>
        </a:p>
        <a:p>
          <a:pPr>
            <a:buFont typeface="+mj-lt"/>
            <a:buAutoNum type="arabicPeriod"/>
          </a:pPr>
          <a:r>
            <a:rPr kumimoji="1" lang="ja-JP" altLang="en-US" dirty="0"/>
            <a:t>（モニタリングスイートにもログ連携）</a:t>
          </a:r>
        </a:p>
      </dgm:t>
    </dgm:pt>
    <dgm:pt modelId="{48BA8B2D-B219-40B2-A9C8-AC1FBE7114E7}" type="parTrans" cxnId="{FFFBD641-ABF8-469B-9896-FB642BAD7128}">
      <dgm:prSet/>
      <dgm:spPr/>
      <dgm:t>
        <a:bodyPr/>
        <a:lstStyle/>
        <a:p>
          <a:endParaRPr kumimoji="1" lang="ja-JP" altLang="en-US"/>
        </a:p>
      </dgm:t>
    </dgm:pt>
    <dgm:pt modelId="{75AFCF26-CA80-4FDF-B1D0-944AA24934A1}" type="sibTrans" cxnId="{FFFBD641-ABF8-469B-9896-FB642BAD7128}">
      <dgm:prSet/>
      <dgm:spPr/>
      <dgm:t>
        <a:bodyPr/>
        <a:lstStyle/>
        <a:p>
          <a:endParaRPr kumimoji="1" lang="ja-JP" altLang="en-US"/>
        </a:p>
      </dgm:t>
    </dgm:pt>
    <dgm:pt modelId="{B3DFF331-5D87-4A57-B8A1-9677CB2F7E3D}">
      <dgm:prSet phldrT="[テキスト]"/>
      <dgm:spPr/>
      <dgm:t>
        <a:bodyPr/>
        <a:lstStyle/>
        <a:p>
          <a:r>
            <a:rPr kumimoji="1" lang="ja-JP" altLang="en-US" dirty="0"/>
            <a:t>サーバの常駐プロセスが順次</a:t>
          </a:r>
          <a:br>
            <a:rPr kumimoji="1" lang="en-US" altLang="ja-JP" dirty="0"/>
          </a:br>
          <a:r>
            <a:rPr kumimoji="1" lang="ja-JP" altLang="en-US" dirty="0"/>
            <a:t>シンプル</a:t>
          </a:r>
          <a:r>
            <a:rPr kumimoji="1" lang="en-US" altLang="ja-JP" dirty="0"/>
            <a:t>MQ</a:t>
          </a:r>
          <a:r>
            <a:rPr kumimoji="1" lang="ja-JP" altLang="en-US" dirty="0"/>
            <a:t>からメッセージを受領</a:t>
          </a:r>
        </a:p>
      </dgm:t>
    </dgm:pt>
    <dgm:pt modelId="{097EE1FF-EC01-4E8E-BC06-6070EFCA437D}" type="parTrans" cxnId="{060039CF-A021-42CA-97CB-C5C2ED4819B0}">
      <dgm:prSet/>
      <dgm:spPr/>
      <dgm:t>
        <a:bodyPr/>
        <a:lstStyle/>
        <a:p>
          <a:endParaRPr kumimoji="1" lang="ja-JP" altLang="en-US"/>
        </a:p>
      </dgm:t>
    </dgm:pt>
    <dgm:pt modelId="{4ECD1AEB-78AE-4737-9B6F-3BB73DF99A15}" type="sibTrans" cxnId="{060039CF-A021-42CA-97CB-C5C2ED4819B0}">
      <dgm:prSet/>
      <dgm:spPr/>
      <dgm:t>
        <a:bodyPr/>
        <a:lstStyle/>
        <a:p>
          <a:endParaRPr kumimoji="1" lang="ja-JP" altLang="en-US"/>
        </a:p>
      </dgm:t>
    </dgm:pt>
    <dgm:pt modelId="{990B93BB-6BE9-4EC9-9698-FEB9E398E329}">
      <dgm:prSet/>
      <dgm:spPr/>
      <dgm:t>
        <a:bodyPr/>
        <a:lstStyle/>
        <a:p>
          <a:r>
            <a:rPr kumimoji="1" lang="ja-JP" altLang="en-US" dirty="0"/>
            <a:t>さくらの</a:t>
          </a:r>
          <a:r>
            <a:rPr kumimoji="1" lang="en-US" altLang="ja-JP" dirty="0"/>
            <a:t>AI Engine</a:t>
          </a:r>
          <a:r>
            <a:rPr kumimoji="1" lang="ja-JP" altLang="en-US" dirty="0"/>
            <a:t>は文字起こし・要約を行い、結果をサーバに返却</a:t>
          </a:r>
        </a:p>
      </dgm:t>
    </dgm:pt>
    <dgm:pt modelId="{531E1E88-68A7-41D3-83A7-48290602AC12}" type="parTrans" cxnId="{4CA9A1D7-3F76-4E1B-9E2B-585812FA3FF9}">
      <dgm:prSet/>
      <dgm:spPr/>
      <dgm:t>
        <a:bodyPr/>
        <a:lstStyle/>
        <a:p>
          <a:endParaRPr kumimoji="1" lang="ja-JP" altLang="en-US"/>
        </a:p>
      </dgm:t>
    </dgm:pt>
    <dgm:pt modelId="{90517755-3A29-42CA-A139-F2A2ABDE6D51}" type="sibTrans" cxnId="{4CA9A1D7-3F76-4E1B-9E2B-585812FA3FF9}">
      <dgm:prSet/>
      <dgm:spPr/>
      <dgm:t>
        <a:bodyPr/>
        <a:lstStyle/>
        <a:p>
          <a:endParaRPr kumimoji="1" lang="ja-JP" altLang="en-US"/>
        </a:p>
      </dgm:t>
    </dgm:pt>
    <dgm:pt modelId="{BF9D835E-EA28-4516-AE6A-792A2F646325}">
      <dgm:prSet/>
      <dgm:spPr/>
      <dgm:t>
        <a:bodyPr/>
        <a:lstStyle/>
        <a:p>
          <a:r>
            <a:rPr kumimoji="1" lang="ja-JP" altLang="en-US" dirty="0"/>
            <a:t>サーバの常駐プロセスが録画データを</a:t>
          </a:r>
          <a:br>
            <a:rPr kumimoji="1" lang="en-US" altLang="ja-JP" dirty="0"/>
          </a:br>
          <a:r>
            <a:rPr kumimoji="1" lang="ja-JP" altLang="en-US" dirty="0"/>
            <a:t>取得＆音声エンコードし、</a:t>
          </a:r>
          <a:br>
            <a:rPr kumimoji="1" lang="en-US" altLang="ja-JP" dirty="0"/>
          </a:br>
          <a:r>
            <a:rPr kumimoji="1" lang="ja-JP" altLang="en-US" dirty="0"/>
            <a:t>さくらの</a:t>
          </a:r>
          <a:r>
            <a:rPr kumimoji="1" lang="en-US" altLang="ja-JP" dirty="0"/>
            <a:t>AI Engine</a:t>
          </a:r>
          <a:r>
            <a:rPr kumimoji="1" lang="ja-JP" altLang="en-US" dirty="0"/>
            <a:t>呼び出し</a:t>
          </a:r>
        </a:p>
      </dgm:t>
    </dgm:pt>
    <dgm:pt modelId="{07F76D7C-12F3-4A74-B7B8-54AAFAE3A7EB}" type="parTrans" cxnId="{1FA246A7-D533-451E-8A43-2B5ACBFE7DAA}">
      <dgm:prSet/>
      <dgm:spPr/>
      <dgm:t>
        <a:bodyPr/>
        <a:lstStyle/>
        <a:p>
          <a:endParaRPr kumimoji="1" lang="ja-JP" altLang="en-US"/>
        </a:p>
      </dgm:t>
    </dgm:pt>
    <dgm:pt modelId="{BF3901B3-AD6A-471A-AB52-3D67542E3943}" type="sibTrans" cxnId="{1FA246A7-D533-451E-8A43-2B5ACBFE7DAA}">
      <dgm:prSet/>
      <dgm:spPr/>
      <dgm:t>
        <a:bodyPr/>
        <a:lstStyle/>
        <a:p>
          <a:endParaRPr kumimoji="1" lang="ja-JP" altLang="en-US"/>
        </a:p>
      </dgm:t>
    </dgm:pt>
    <dgm:pt modelId="{3C921E30-5C7F-42BF-A1B0-80E33D445967}">
      <dgm:prSet/>
      <dgm:spPr/>
      <dgm:t>
        <a:bodyPr/>
        <a:lstStyle/>
        <a:p>
          <a:r>
            <a:rPr kumimoji="1" lang="ja-JP" altLang="en-US" dirty="0"/>
            <a:t>サーバは文字起こしデータを</a:t>
          </a:r>
          <a:br>
            <a:rPr kumimoji="1" lang="en-US" altLang="ja-JP" dirty="0"/>
          </a:br>
          <a:r>
            <a:rPr kumimoji="1" lang="ja-JP" altLang="en-US" dirty="0"/>
            <a:t>オブジェクトストレージに反映</a:t>
          </a:r>
        </a:p>
      </dgm:t>
    </dgm:pt>
    <dgm:pt modelId="{665E943C-0F96-4EF2-BB3F-FDDEC980B70B}" type="parTrans" cxnId="{3533B7B3-4893-47CD-8427-884CF21962CF}">
      <dgm:prSet/>
      <dgm:spPr/>
      <dgm:t>
        <a:bodyPr/>
        <a:lstStyle/>
        <a:p>
          <a:endParaRPr kumimoji="1" lang="ja-JP" altLang="en-US"/>
        </a:p>
      </dgm:t>
    </dgm:pt>
    <dgm:pt modelId="{8F37F1D1-EB65-424A-9F2C-5A6C01FF88FD}" type="sibTrans" cxnId="{3533B7B3-4893-47CD-8427-884CF21962CF}">
      <dgm:prSet/>
      <dgm:spPr/>
      <dgm:t>
        <a:bodyPr/>
        <a:lstStyle/>
        <a:p>
          <a:endParaRPr kumimoji="1" lang="ja-JP" altLang="en-US"/>
        </a:p>
      </dgm:t>
    </dgm:pt>
    <dgm:pt modelId="{0760C2DF-2177-47DA-855B-8BE580B99E96}">
      <dgm:prSet/>
      <dgm:spPr/>
      <dgm:t>
        <a:bodyPr/>
        <a:lstStyle/>
        <a:p>
          <a:r>
            <a:rPr kumimoji="1" lang="ja-JP" altLang="en-US" dirty="0"/>
            <a:t>サーバはシンプル通知を通じて</a:t>
          </a:r>
          <a:br>
            <a:rPr kumimoji="1" lang="en-US" altLang="ja-JP" dirty="0"/>
          </a:br>
          <a:r>
            <a:rPr kumimoji="1" lang="ja-JP" altLang="en-US" dirty="0"/>
            <a:t>処理完了を通知</a:t>
          </a:r>
        </a:p>
      </dgm:t>
    </dgm:pt>
    <dgm:pt modelId="{C86175C8-6BEE-4233-87A0-AC9D97431754}" type="parTrans" cxnId="{5A1477C0-7BC2-4F7F-A474-3457E0277643}">
      <dgm:prSet/>
      <dgm:spPr/>
      <dgm:t>
        <a:bodyPr/>
        <a:lstStyle/>
        <a:p>
          <a:endParaRPr kumimoji="1" lang="ja-JP" altLang="en-US"/>
        </a:p>
      </dgm:t>
    </dgm:pt>
    <dgm:pt modelId="{829E4281-4D91-494B-B459-20A27C7D5AE6}" type="sibTrans" cxnId="{5A1477C0-7BC2-4F7F-A474-3457E0277643}">
      <dgm:prSet/>
      <dgm:spPr/>
      <dgm:t>
        <a:bodyPr/>
        <a:lstStyle/>
        <a:p>
          <a:endParaRPr kumimoji="1" lang="ja-JP" altLang="en-US"/>
        </a:p>
      </dgm:t>
    </dgm:pt>
    <dgm:pt modelId="{AAF068EB-C2BA-4E4C-941C-A230B9E551D1}" type="pres">
      <dgm:prSet presAssocID="{D142EE24-A998-424A-BA28-CAF4949ECFAF}" presName="linearFlow" presStyleCnt="0">
        <dgm:presLayoutVars>
          <dgm:resizeHandles val="exact"/>
        </dgm:presLayoutVars>
      </dgm:prSet>
      <dgm:spPr/>
    </dgm:pt>
    <dgm:pt modelId="{2E1175F2-C1BC-4312-B787-E37F965D2F17}" type="pres">
      <dgm:prSet presAssocID="{FCFB28AA-E588-44ED-98EE-784789F81932}" presName="node" presStyleLbl="node1" presStyleIdx="0" presStyleCnt="7">
        <dgm:presLayoutVars>
          <dgm:bulletEnabled val="1"/>
        </dgm:presLayoutVars>
      </dgm:prSet>
      <dgm:spPr/>
    </dgm:pt>
    <dgm:pt modelId="{EAB550B0-8B66-4FD5-AA39-3877AE739144}" type="pres">
      <dgm:prSet presAssocID="{0E70C1FF-71B2-424F-B47F-AB7512B0ED18}" presName="sibTrans" presStyleLbl="sibTrans2D1" presStyleIdx="0" presStyleCnt="6"/>
      <dgm:spPr/>
    </dgm:pt>
    <dgm:pt modelId="{EC5E3B44-AFAB-4DD5-839F-051C3DAF6A39}" type="pres">
      <dgm:prSet presAssocID="{0E70C1FF-71B2-424F-B47F-AB7512B0ED18}" presName="connectorText" presStyleLbl="sibTrans2D1" presStyleIdx="0" presStyleCnt="6"/>
      <dgm:spPr/>
    </dgm:pt>
    <dgm:pt modelId="{39B6DCBB-71CA-4223-B0D3-607C3277F876}" type="pres">
      <dgm:prSet presAssocID="{282C7160-1280-4C38-8D62-C833D2079100}" presName="node" presStyleLbl="node1" presStyleIdx="1" presStyleCnt="7">
        <dgm:presLayoutVars>
          <dgm:bulletEnabled val="1"/>
        </dgm:presLayoutVars>
      </dgm:prSet>
      <dgm:spPr/>
    </dgm:pt>
    <dgm:pt modelId="{C064154F-0AF2-4AF0-B11A-FB237C2BF60F}" type="pres">
      <dgm:prSet presAssocID="{75AFCF26-CA80-4FDF-B1D0-944AA24934A1}" presName="sibTrans" presStyleLbl="sibTrans2D1" presStyleIdx="1" presStyleCnt="6"/>
      <dgm:spPr/>
    </dgm:pt>
    <dgm:pt modelId="{26053658-5444-4A21-8A39-8A85D705578F}" type="pres">
      <dgm:prSet presAssocID="{75AFCF26-CA80-4FDF-B1D0-944AA24934A1}" presName="connectorText" presStyleLbl="sibTrans2D1" presStyleIdx="1" presStyleCnt="6"/>
      <dgm:spPr/>
    </dgm:pt>
    <dgm:pt modelId="{401DDB35-9780-4897-A309-73A84EABE41F}" type="pres">
      <dgm:prSet presAssocID="{B3DFF331-5D87-4A57-B8A1-9677CB2F7E3D}" presName="node" presStyleLbl="node1" presStyleIdx="2" presStyleCnt="7">
        <dgm:presLayoutVars>
          <dgm:bulletEnabled val="1"/>
        </dgm:presLayoutVars>
      </dgm:prSet>
      <dgm:spPr/>
    </dgm:pt>
    <dgm:pt modelId="{3D056114-0484-4EDF-86EC-D5D9428A7BF9}" type="pres">
      <dgm:prSet presAssocID="{4ECD1AEB-78AE-4737-9B6F-3BB73DF99A15}" presName="sibTrans" presStyleLbl="sibTrans2D1" presStyleIdx="2" presStyleCnt="6"/>
      <dgm:spPr/>
    </dgm:pt>
    <dgm:pt modelId="{892CE5D1-ABBB-48EA-9D08-056C49FF4520}" type="pres">
      <dgm:prSet presAssocID="{4ECD1AEB-78AE-4737-9B6F-3BB73DF99A15}" presName="connectorText" presStyleLbl="sibTrans2D1" presStyleIdx="2" presStyleCnt="6"/>
      <dgm:spPr/>
    </dgm:pt>
    <dgm:pt modelId="{7253D03E-F494-4FA9-A711-DCC6F06178F0}" type="pres">
      <dgm:prSet presAssocID="{BF9D835E-EA28-4516-AE6A-792A2F646325}" presName="node" presStyleLbl="node1" presStyleIdx="3" presStyleCnt="7">
        <dgm:presLayoutVars>
          <dgm:bulletEnabled val="1"/>
        </dgm:presLayoutVars>
      </dgm:prSet>
      <dgm:spPr/>
    </dgm:pt>
    <dgm:pt modelId="{634B6EAC-C545-413B-B32E-0393E60FE0F9}" type="pres">
      <dgm:prSet presAssocID="{BF3901B3-AD6A-471A-AB52-3D67542E3943}" presName="sibTrans" presStyleLbl="sibTrans2D1" presStyleIdx="3" presStyleCnt="6"/>
      <dgm:spPr/>
    </dgm:pt>
    <dgm:pt modelId="{413DA36F-D69B-4D7C-887F-BA5627E17695}" type="pres">
      <dgm:prSet presAssocID="{BF3901B3-AD6A-471A-AB52-3D67542E3943}" presName="connectorText" presStyleLbl="sibTrans2D1" presStyleIdx="3" presStyleCnt="6"/>
      <dgm:spPr/>
    </dgm:pt>
    <dgm:pt modelId="{B149C04E-7AEB-4A78-B7D7-AC20C233D7B6}" type="pres">
      <dgm:prSet presAssocID="{990B93BB-6BE9-4EC9-9698-FEB9E398E329}" presName="node" presStyleLbl="node1" presStyleIdx="4" presStyleCnt="7">
        <dgm:presLayoutVars>
          <dgm:bulletEnabled val="1"/>
        </dgm:presLayoutVars>
      </dgm:prSet>
      <dgm:spPr/>
    </dgm:pt>
    <dgm:pt modelId="{876973CB-19C6-4A07-8E92-BB7965FAF234}" type="pres">
      <dgm:prSet presAssocID="{90517755-3A29-42CA-A139-F2A2ABDE6D51}" presName="sibTrans" presStyleLbl="sibTrans2D1" presStyleIdx="4" presStyleCnt="6"/>
      <dgm:spPr/>
    </dgm:pt>
    <dgm:pt modelId="{AF3E0FD6-7AC6-4380-9318-F7806A575B51}" type="pres">
      <dgm:prSet presAssocID="{90517755-3A29-42CA-A139-F2A2ABDE6D51}" presName="connectorText" presStyleLbl="sibTrans2D1" presStyleIdx="4" presStyleCnt="6"/>
      <dgm:spPr/>
    </dgm:pt>
    <dgm:pt modelId="{23263FBF-5528-4109-B2ED-87E1E7DCEB63}" type="pres">
      <dgm:prSet presAssocID="{3C921E30-5C7F-42BF-A1B0-80E33D445967}" presName="node" presStyleLbl="node1" presStyleIdx="5" presStyleCnt="7">
        <dgm:presLayoutVars>
          <dgm:bulletEnabled val="1"/>
        </dgm:presLayoutVars>
      </dgm:prSet>
      <dgm:spPr/>
    </dgm:pt>
    <dgm:pt modelId="{18D4A096-9F13-44E4-A778-EFE42993CB0B}" type="pres">
      <dgm:prSet presAssocID="{8F37F1D1-EB65-424A-9F2C-5A6C01FF88FD}" presName="sibTrans" presStyleLbl="sibTrans2D1" presStyleIdx="5" presStyleCnt="6"/>
      <dgm:spPr/>
    </dgm:pt>
    <dgm:pt modelId="{2BF24C72-41C7-4320-ABBA-D92FFB025B7F}" type="pres">
      <dgm:prSet presAssocID="{8F37F1D1-EB65-424A-9F2C-5A6C01FF88FD}" presName="connectorText" presStyleLbl="sibTrans2D1" presStyleIdx="5" presStyleCnt="6"/>
      <dgm:spPr/>
    </dgm:pt>
    <dgm:pt modelId="{A576E462-304F-490D-BE6C-4E5A74D8E0F1}" type="pres">
      <dgm:prSet presAssocID="{0760C2DF-2177-47DA-855B-8BE580B99E96}" presName="node" presStyleLbl="node1" presStyleIdx="6" presStyleCnt="7">
        <dgm:presLayoutVars>
          <dgm:bulletEnabled val="1"/>
        </dgm:presLayoutVars>
      </dgm:prSet>
      <dgm:spPr/>
    </dgm:pt>
  </dgm:ptLst>
  <dgm:cxnLst>
    <dgm:cxn modelId="{05E23329-57F2-472A-A75C-94A5F74576E6}" type="presOf" srcId="{0E70C1FF-71B2-424F-B47F-AB7512B0ED18}" destId="{EAB550B0-8B66-4FD5-AA39-3877AE739144}" srcOrd="0" destOrd="0" presId="urn:microsoft.com/office/officeart/2005/8/layout/process2"/>
    <dgm:cxn modelId="{11A9705D-B7EB-4230-B682-B1D3B48A77FD}" type="presOf" srcId="{4ECD1AEB-78AE-4737-9B6F-3BB73DF99A15}" destId="{892CE5D1-ABBB-48EA-9D08-056C49FF4520}" srcOrd="1" destOrd="0" presId="urn:microsoft.com/office/officeart/2005/8/layout/process2"/>
    <dgm:cxn modelId="{FFFBD641-ABF8-469B-9896-FB642BAD7128}" srcId="{D142EE24-A998-424A-BA28-CAF4949ECFAF}" destId="{282C7160-1280-4C38-8D62-C833D2079100}" srcOrd="1" destOrd="0" parTransId="{48BA8B2D-B219-40B2-A9C8-AC1FBE7114E7}" sibTransId="{75AFCF26-CA80-4FDF-B1D0-944AA24934A1}"/>
    <dgm:cxn modelId="{CD8DF443-F476-4DD3-BC33-9542B376595F}" srcId="{D142EE24-A998-424A-BA28-CAF4949ECFAF}" destId="{FCFB28AA-E588-44ED-98EE-784789F81932}" srcOrd="0" destOrd="0" parTransId="{F618B8E0-D4D3-4E55-B918-6507C8BF99BB}" sibTransId="{0E70C1FF-71B2-424F-B47F-AB7512B0ED18}"/>
    <dgm:cxn modelId="{2620F264-3B68-4C2C-B487-B77CF3106862}" type="presOf" srcId="{90517755-3A29-42CA-A139-F2A2ABDE6D51}" destId="{AF3E0FD6-7AC6-4380-9318-F7806A575B51}" srcOrd="1" destOrd="0" presId="urn:microsoft.com/office/officeart/2005/8/layout/process2"/>
    <dgm:cxn modelId="{C83A4B6A-ADF1-4772-8C76-DC5A1C056673}" type="presOf" srcId="{D142EE24-A998-424A-BA28-CAF4949ECFAF}" destId="{AAF068EB-C2BA-4E4C-941C-A230B9E551D1}" srcOrd="0" destOrd="0" presId="urn:microsoft.com/office/officeart/2005/8/layout/process2"/>
    <dgm:cxn modelId="{62F2764A-2126-4C6E-B31D-80772F44A88C}" type="presOf" srcId="{8F37F1D1-EB65-424A-9F2C-5A6C01FF88FD}" destId="{2BF24C72-41C7-4320-ABBA-D92FFB025B7F}" srcOrd="1" destOrd="0" presId="urn:microsoft.com/office/officeart/2005/8/layout/process2"/>
    <dgm:cxn modelId="{CB8A144B-1B5B-40BE-A5E6-DF3603EB6B54}" type="presOf" srcId="{90517755-3A29-42CA-A139-F2A2ABDE6D51}" destId="{876973CB-19C6-4A07-8E92-BB7965FAF234}" srcOrd="0" destOrd="0" presId="urn:microsoft.com/office/officeart/2005/8/layout/process2"/>
    <dgm:cxn modelId="{4561437A-89D3-49A1-8717-7ECDECDCDF56}" type="presOf" srcId="{282C7160-1280-4C38-8D62-C833D2079100}" destId="{39B6DCBB-71CA-4223-B0D3-607C3277F876}" srcOrd="0" destOrd="0" presId="urn:microsoft.com/office/officeart/2005/8/layout/process2"/>
    <dgm:cxn modelId="{2410317D-5619-4729-A8A1-27C2E1CAC85C}" type="presOf" srcId="{990B93BB-6BE9-4EC9-9698-FEB9E398E329}" destId="{B149C04E-7AEB-4A78-B7D7-AC20C233D7B6}" srcOrd="0" destOrd="0" presId="urn:microsoft.com/office/officeart/2005/8/layout/process2"/>
    <dgm:cxn modelId="{CAFE1595-BA33-4153-8650-A4BDF150CB52}" type="presOf" srcId="{BF3901B3-AD6A-471A-AB52-3D67542E3943}" destId="{634B6EAC-C545-413B-B32E-0393E60FE0F9}" srcOrd="0" destOrd="0" presId="urn:microsoft.com/office/officeart/2005/8/layout/process2"/>
    <dgm:cxn modelId="{2EF438A0-F9B0-4CE0-AA76-DCCA40A047EC}" type="presOf" srcId="{0760C2DF-2177-47DA-855B-8BE580B99E96}" destId="{A576E462-304F-490D-BE6C-4E5A74D8E0F1}" srcOrd="0" destOrd="0" presId="urn:microsoft.com/office/officeart/2005/8/layout/process2"/>
    <dgm:cxn modelId="{E52515A1-04EA-4176-8778-24C0FE9C5339}" type="presOf" srcId="{BF3901B3-AD6A-471A-AB52-3D67542E3943}" destId="{413DA36F-D69B-4D7C-887F-BA5627E17695}" srcOrd="1" destOrd="0" presId="urn:microsoft.com/office/officeart/2005/8/layout/process2"/>
    <dgm:cxn modelId="{1FA246A7-D533-451E-8A43-2B5ACBFE7DAA}" srcId="{D142EE24-A998-424A-BA28-CAF4949ECFAF}" destId="{BF9D835E-EA28-4516-AE6A-792A2F646325}" srcOrd="3" destOrd="0" parTransId="{07F76D7C-12F3-4A74-B7B8-54AAFAE3A7EB}" sibTransId="{BF3901B3-AD6A-471A-AB52-3D67542E3943}"/>
    <dgm:cxn modelId="{014CB6AC-9B21-4B0F-B5D3-1F9731D95D1E}" type="presOf" srcId="{8F37F1D1-EB65-424A-9F2C-5A6C01FF88FD}" destId="{18D4A096-9F13-44E4-A778-EFE42993CB0B}" srcOrd="0" destOrd="0" presId="urn:microsoft.com/office/officeart/2005/8/layout/process2"/>
    <dgm:cxn modelId="{8A9136AE-F05C-45D7-873E-78DC1EAA1553}" type="presOf" srcId="{BF9D835E-EA28-4516-AE6A-792A2F646325}" destId="{7253D03E-F494-4FA9-A711-DCC6F06178F0}" srcOrd="0" destOrd="0" presId="urn:microsoft.com/office/officeart/2005/8/layout/process2"/>
    <dgm:cxn modelId="{3533B7B3-4893-47CD-8427-884CF21962CF}" srcId="{D142EE24-A998-424A-BA28-CAF4949ECFAF}" destId="{3C921E30-5C7F-42BF-A1B0-80E33D445967}" srcOrd="5" destOrd="0" parTransId="{665E943C-0F96-4EF2-BB3F-FDDEC980B70B}" sibTransId="{8F37F1D1-EB65-424A-9F2C-5A6C01FF88FD}"/>
    <dgm:cxn modelId="{DC7812C0-24DF-404C-8B09-6735A909A090}" type="presOf" srcId="{FCFB28AA-E588-44ED-98EE-784789F81932}" destId="{2E1175F2-C1BC-4312-B787-E37F965D2F17}" srcOrd="0" destOrd="0" presId="urn:microsoft.com/office/officeart/2005/8/layout/process2"/>
    <dgm:cxn modelId="{5A1477C0-7BC2-4F7F-A474-3457E0277643}" srcId="{D142EE24-A998-424A-BA28-CAF4949ECFAF}" destId="{0760C2DF-2177-47DA-855B-8BE580B99E96}" srcOrd="6" destOrd="0" parTransId="{C86175C8-6BEE-4233-87A0-AC9D97431754}" sibTransId="{829E4281-4D91-494B-B459-20A27C7D5AE6}"/>
    <dgm:cxn modelId="{D1785FC3-5F4B-4E14-B4F6-E6F4FD7865EE}" type="presOf" srcId="{B3DFF331-5D87-4A57-B8A1-9677CB2F7E3D}" destId="{401DDB35-9780-4897-A309-73A84EABE41F}" srcOrd="0" destOrd="0" presId="urn:microsoft.com/office/officeart/2005/8/layout/process2"/>
    <dgm:cxn modelId="{060039CF-A021-42CA-97CB-C5C2ED4819B0}" srcId="{D142EE24-A998-424A-BA28-CAF4949ECFAF}" destId="{B3DFF331-5D87-4A57-B8A1-9677CB2F7E3D}" srcOrd="2" destOrd="0" parTransId="{097EE1FF-EC01-4E8E-BC06-6070EFCA437D}" sibTransId="{4ECD1AEB-78AE-4737-9B6F-3BB73DF99A15}"/>
    <dgm:cxn modelId="{BD784ED7-C8E1-40DA-B68D-269C3C574944}" type="presOf" srcId="{75AFCF26-CA80-4FDF-B1D0-944AA24934A1}" destId="{26053658-5444-4A21-8A39-8A85D705578F}" srcOrd="1" destOrd="0" presId="urn:microsoft.com/office/officeart/2005/8/layout/process2"/>
    <dgm:cxn modelId="{4CA9A1D7-3F76-4E1B-9E2B-585812FA3FF9}" srcId="{D142EE24-A998-424A-BA28-CAF4949ECFAF}" destId="{990B93BB-6BE9-4EC9-9698-FEB9E398E329}" srcOrd="4" destOrd="0" parTransId="{531E1E88-68A7-41D3-83A7-48290602AC12}" sibTransId="{90517755-3A29-42CA-A139-F2A2ABDE6D51}"/>
    <dgm:cxn modelId="{75A086E2-DC1F-44C8-976C-9E4C64619FCD}" type="presOf" srcId="{4ECD1AEB-78AE-4737-9B6F-3BB73DF99A15}" destId="{3D056114-0484-4EDF-86EC-D5D9428A7BF9}" srcOrd="0" destOrd="0" presId="urn:microsoft.com/office/officeart/2005/8/layout/process2"/>
    <dgm:cxn modelId="{48E946F8-E6C1-4238-8F07-031EFE928911}" type="presOf" srcId="{75AFCF26-CA80-4FDF-B1D0-944AA24934A1}" destId="{C064154F-0AF2-4AF0-B11A-FB237C2BF60F}" srcOrd="0" destOrd="0" presId="urn:microsoft.com/office/officeart/2005/8/layout/process2"/>
    <dgm:cxn modelId="{8C0685F8-60B6-401B-A08E-61E99A8E1E47}" type="presOf" srcId="{0E70C1FF-71B2-424F-B47F-AB7512B0ED18}" destId="{EC5E3B44-AFAB-4DD5-839F-051C3DAF6A39}" srcOrd="1" destOrd="0" presId="urn:microsoft.com/office/officeart/2005/8/layout/process2"/>
    <dgm:cxn modelId="{73671DFC-F6B5-4911-85B8-F2020505D0B5}" type="presOf" srcId="{3C921E30-5C7F-42BF-A1B0-80E33D445967}" destId="{23263FBF-5528-4109-B2ED-87E1E7DCEB63}" srcOrd="0" destOrd="0" presId="urn:microsoft.com/office/officeart/2005/8/layout/process2"/>
    <dgm:cxn modelId="{B352ACE2-2259-46B4-9685-D95667DBA5DE}" type="presParOf" srcId="{AAF068EB-C2BA-4E4C-941C-A230B9E551D1}" destId="{2E1175F2-C1BC-4312-B787-E37F965D2F17}" srcOrd="0" destOrd="0" presId="urn:microsoft.com/office/officeart/2005/8/layout/process2"/>
    <dgm:cxn modelId="{6EF519F9-E46A-4B58-BCC8-22D1552CAE81}" type="presParOf" srcId="{AAF068EB-C2BA-4E4C-941C-A230B9E551D1}" destId="{EAB550B0-8B66-4FD5-AA39-3877AE739144}" srcOrd="1" destOrd="0" presId="urn:microsoft.com/office/officeart/2005/8/layout/process2"/>
    <dgm:cxn modelId="{B8204CC0-7BE6-4122-8924-C5F8D5DF4A24}" type="presParOf" srcId="{EAB550B0-8B66-4FD5-AA39-3877AE739144}" destId="{EC5E3B44-AFAB-4DD5-839F-051C3DAF6A39}" srcOrd="0" destOrd="0" presId="urn:microsoft.com/office/officeart/2005/8/layout/process2"/>
    <dgm:cxn modelId="{0B8A6702-528C-4C5E-AC55-AE85878E1B81}" type="presParOf" srcId="{AAF068EB-C2BA-4E4C-941C-A230B9E551D1}" destId="{39B6DCBB-71CA-4223-B0D3-607C3277F876}" srcOrd="2" destOrd="0" presId="urn:microsoft.com/office/officeart/2005/8/layout/process2"/>
    <dgm:cxn modelId="{0DF6D502-BCCA-4646-8E2D-93E465974AC3}" type="presParOf" srcId="{AAF068EB-C2BA-4E4C-941C-A230B9E551D1}" destId="{C064154F-0AF2-4AF0-B11A-FB237C2BF60F}" srcOrd="3" destOrd="0" presId="urn:microsoft.com/office/officeart/2005/8/layout/process2"/>
    <dgm:cxn modelId="{EEAB82E5-8358-4F79-840A-0D1C154D69D0}" type="presParOf" srcId="{C064154F-0AF2-4AF0-B11A-FB237C2BF60F}" destId="{26053658-5444-4A21-8A39-8A85D705578F}" srcOrd="0" destOrd="0" presId="urn:microsoft.com/office/officeart/2005/8/layout/process2"/>
    <dgm:cxn modelId="{BC69718C-2763-45D4-A737-C2082B7EE16E}" type="presParOf" srcId="{AAF068EB-C2BA-4E4C-941C-A230B9E551D1}" destId="{401DDB35-9780-4897-A309-73A84EABE41F}" srcOrd="4" destOrd="0" presId="urn:microsoft.com/office/officeart/2005/8/layout/process2"/>
    <dgm:cxn modelId="{969CACB5-C435-411F-A4EF-C4C1563C40C8}" type="presParOf" srcId="{AAF068EB-C2BA-4E4C-941C-A230B9E551D1}" destId="{3D056114-0484-4EDF-86EC-D5D9428A7BF9}" srcOrd="5" destOrd="0" presId="urn:microsoft.com/office/officeart/2005/8/layout/process2"/>
    <dgm:cxn modelId="{AB32202E-2FAE-44FD-BE6C-82A214D4D2F3}" type="presParOf" srcId="{3D056114-0484-4EDF-86EC-D5D9428A7BF9}" destId="{892CE5D1-ABBB-48EA-9D08-056C49FF4520}" srcOrd="0" destOrd="0" presId="urn:microsoft.com/office/officeart/2005/8/layout/process2"/>
    <dgm:cxn modelId="{17F0C14A-34DB-4019-BFAC-55A014719886}" type="presParOf" srcId="{AAF068EB-C2BA-4E4C-941C-A230B9E551D1}" destId="{7253D03E-F494-4FA9-A711-DCC6F06178F0}" srcOrd="6" destOrd="0" presId="urn:microsoft.com/office/officeart/2005/8/layout/process2"/>
    <dgm:cxn modelId="{2E95F82D-9B16-4EF5-998A-6C0045592B41}" type="presParOf" srcId="{AAF068EB-C2BA-4E4C-941C-A230B9E551D1}" destId="{634B6EAC-C545-413B-B32E-0393E60FE0F9}" srcOrd="7" destOrd="0" presId="urn:microsoft.com/office/officeart/2005/8/layout/process2"/>
    <dgm:cxn modelId="{7456D71C-3AFF-4CEB-9868-8C9C063AC88E}" type="presParOf" srcId="{634B6EAC-C545-413B-B32E-0393E60FE0F9}" destId="{413DA36F-D69B-4D7C-887F-BA5627E17695}" srcOrd="0" destOrd="0" presId="urn:microsoft.com/office/officeart/2005/8/layout/process2"/>
    <dgm:cxn modelId="{92E84F24-DA46-44E5-AFAA-7D216D816CE9}" type="presParOf" srcId="{AAF068EB-C2BA-4E4C-941C-A230B9E551D1}" destId="{B149C04E-7AEB-4A78-B7D7-AC20C233D7B6}" srcOrd="8" destOrd="0" presId="urn:microsoft.com/office/officeart/2005/8/layout/process2"/>
    <dgm:cxn modelId="{ADC66C68-DB4C-4354-8410-2067A0245D51}" type="presParOf" srcId="{AAF068EB-C2BA-4E4C-941C-A230B9E551D1}" destId="{876973CB-19C6-4A07-8E92-BB7965FAF234}" srcOrd="9" destOrd="0" presId="urn:microsoft.com/office/officeart/2005/8/layout/process2"/>
    <dgm:cxn modelId="{0EEA4ADF-D446-4F40-A763-622D826DA19B}" type="presParOf" srcId="{876973CB-19C6-4A07-8E92-BB7965FAF234}" destId="{AF3E0FD6-7AC6-4380-9318-F7806A575B51}" srcOrd="0" destOrd="0" presId="urn:microsoft.com/office/officeart/2005/8/layout/process2"/>
    <dgm:cxn modelId="{DF6F6119-D684-4892-9FC3-A2245AC7EB1E}" type="presParOf" srcId="{AAF068EB-C2BA-4E4C-941C-A230B9E551D1}" destId="{23263FBF-5528-4109-B2ED-87E1E7DCEB63}" srcOrd="10" destOrd="0" presId="urn:microsoft.com/office/officeart/2005/8/layout/process2"/>
    <dgm:cxn modelId="{31B7EA4E-3E09-4018-BF31-2C5625FB986F}" type="presParOf" srcId="{AAF068EB-C2BA-4E4C-941C-A230B9E551D1}" destId="{18D4A096-9F13-44E4-A778-EFE42993CB0B}" srcOrd="11" destOrd="0" presId="urn:microsoft.com/office/officeart/2005/8/layout/process2"/>
    <dgm:cxn modelId="{FE381250-13D7-496C-8484-2C2EEC48935B}" type="presParOf" srcId="{18D4A096-9F13-44E4-A778-EFE42993CB0B}" destId="{2BF24C72-41C7-4320-ABBA-D92FFB025B7F}" srcOrd="0" destOrd="0" presId="urn:microsoft.com/office/officeart/2005/8/layout/process2"/>
    <dgm:cxn modelId="{68A457CC-5482-41FF-A1E6-0D8F82C83736}" type="presParOf" srcId="{AAF068EB-C2BA-4E4C-941C-A230B9E551D1}" destId="{A576E462-304F-490D-BE6C-4E5A74D8E0F1}" srcOrd="12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1175F2-C1BC-4312-B787-E37F965D2F17}">
      <dsp:nvSpPr>
        <dsp:cNvPr id="0" name=""/>
        <dsp:cNvSpPr/>
      </dsp:nvSpPr>
      <dsp:spPr>
        <a:xfrm>
          <a:off x="1335195" y="1674"/>
          <a:ext cx="3655546" cy="137126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kumimoji="1" lang="en-US" altLang="ja-JP" sz="1500" kern="1200" dirty="0" err="1"/>
            <a:t>ImageFlux</a:t>
          </a:r>
          <a:r>
            <a:rPr kumimoji="1" lang="ja-JP" altLang="en-US" sz="1500" kern="1200" dirty="0"/>
            <a:t>が</a:t>
          </a:r>
          <a:r>
            <a:rPr kumimoji="1" lang="en-US" altLang="ja-JP" sz="1500" kern="1200" dirty="0" err="1"/>
            <a:t>AppRun</a:t>
          </a:r>
          <a:r>
            <a:rPr kumimoji="1" lang="ja-JP" altLang="en-US" sz="1500" kern="1200" dirty="0"/>
            <a:t>共用型に</a:t>
          </a:r>
          <a:br>
            <a:rPr kumimoji="1" lang="en-US" altLang="ja-JP" sz="1500" kern="1200" dirty="0"/>
          </a:br>
          <a:r>
            <a:rPr kumimoji="1" lang="ja-JP" altLang="en-US" sz="1500" kern="1200" dirty="0"/>
            <a:t>アーカイブ保存完了のイベント</a:t>
          </a:r>
          <a:r>
            <a:rPr kumimoji="1" lang="en-US" altLang="ja-JP" sz="1500" kern="1200" dirty="0"/>
            <a:t>Webhook</a:t>
          </a:r>
          <a:r>
            <a:rPr kumimoji="1" lang="ja-JP" altLang="en-US" sz="1500" kern="1200" dirty="0"/>
            <a:t>通知を送信</a:t>
          </a:r>
        </a:p>
      </dsp:txBody>
      <dsp:txXfrm>
        <a:off x="1375358" y="41837"/>
        <a:ext cx="3575220" cy="1290939"/>
      </dsp:txXfrm>
    </dsp:sp>
    <dsp:sp modelId="{EAB550B0-8B66-4FD5-AA39-3877AE739144}">
      <dsp:nvSpPr>
        <dsp:cNvPr id="0" name=""/>
        <dsp:cNvSpPr/>
      </dsp:nvSpPr>
      <dsp:spPr>
        <a:xfrm rot="5400000">
          <a:off x="2905856" y="1407221"/>
          <a:ext cx="514224" cy="617069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1200" kern="1200"/>
        </a:p>
      </dsp:txBody>
      <dsp:txXfrm rot="-5400000">
        <a:off x="2977848" y="1458644"/>
        <a:ext cx="370241" cy="359957"/>
      </dsp:txXfrm>
    </dsp:sp>
    <dsp:sp modelId="{39B6DCBB-71CA-4223-B0D3-607C3277F876}">
      <dsp:nvSpPr>
        <dsp:cNvPr id="0" name=""/>
        <dsp:cNvSpPr/>
      </dsp:nvSpPr>
      <dsp:spPr>
        <a:xfrm>
          <a:off x="1335195" y="2058572"/>
          <a:ext cx="3655546" cy="137126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kumimoji="1" lang="en-US" altLang="ja-JP" sz="1500" kern="1200" dirty="0" err="1"/>
            <a:t>AppRun</a:t>
          </a:r>
          <a:r>
            <a:rPr kumimoji="1" lang="ja-JP" altLang="en-US" sz="1500" kern="1200" dirty="0"/>
            <a:t>共用型はシンプル</a:t>
          </a:r>
          <a:r>
            <a:rPr kumimoji="1" lang="en-US" altLang="ja-JP" sz="1500" kern="1200" dirty="0"/>
            <a:t>MQ</a:t>
          </a:r>
          <a:r>
            <a:rPr kumimoji="1" lang="ja-JP" altLang="en-US" sz="1500" kern="1200" dirty="0"/>
            <a:t>に</a:t>
          </a:r>
          <a:br>
            <a:rPr kumimoji="1" lang="en-US" altLang="ja-JP" sz="1500" kern="1200" dirty="0"/>
          </a:br>
          <a:r>
            <a:rPr kumimoji="1" lang="en-US" altLang="ja-JP" sz="1500" kern="1200" dirty="0"/>
            <a:t>.m3u8</a:t>
          </a:r>
          <a:r>
            <a:rPr kumimoji="1" lang="ja-JP" altLang="en-US" sz="1500" kern="1200" dirty="0"/>
            <a:t>のパスと通知日時を送信</a:t>
          </a:r>
          <a:endParaRPr kumimoji="1" lang="en-US" altLang="ja-JP" sz="1500" kern="1200" dirty="0"/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kumimoji="1" lang="ja-JP" altLang="en-US" sz="1500" kern="1200" dirty="0"/>
            <a:t>（モニタリングスイートにもログ連携）</a:t>
          </a:r>
        </a:p>
      </dsp:txBody>
      <dsp:txXfrm>
        <a:off x="1375358" y="2098735"/>
        <a:ext cx="3575220" cy="1290939"/>
      </dsp:txXfrm>
    </dsp:sp>
    <dsp:sp modelId="{C064154F-0AF2-4AF0-B11A-FB237C2BF60F}">
      <dsp:nvSpPr>
        <dsp:cNvPr id="0" name=""/>
        <dsp:cNvSpPr/>
      </dsp:nvSpPr>
      <dsp:spPr>
        <a:xfrm rot="5400000">
          <a:off x="2905856" y="3464118"/>
          <a:ext cx="514224" cy="617069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1200" kern="1200"/>
        </a:p>
      </dsp:txBody>
      <dsp:txXfrm rot="-5400000">
        <a:off x="2977848" y="3515541"/>
        <a:ext cx="370241" cy="359957"/>
      </dsp:txXfrm>
    </dsp:sp>
    <dsp:sp modelId="{401DDB35-9780-4897-A309-73A84EABE41F}">
      <dsp:nvSpPr>
        <dsp:cNvPr id="0" name=""/>
        <dsp:cNvSpPr/>
      </dsp:nvSpPr>
      <dsp:spPr>
        <a:xfrm>
          <a:off x="1335195" y="4115469"/>
          <a:ext cx="3655546" cy="137126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500" kern="1200" dirty="0"/>
            <a:t>サーバの常駐プロセスが順次</a:t>
          </a:r>
          <a:br>
            <a:rPr kumimoji="1" lang="en-US" altLang="ja-JP" sz="1500" kern="1200" dirty="0"/>
          </a:br>
          <a:r>
            <a:rPr kumimoji="1" lang="ja-JP" altLang="en-US" sz="1500" kern="1200" dirty="0"/>
            <a:t>シンプル</a:t>
          </a:r>
          <a:r>
            <a:rPr kumimoji="1" lang="en-US" altLang="ja-JP" sz="1500" kern="1200" dirty="0"/>
            <a:t>MQ</a:t>
          </a:r>
          <a:r>
            <a:rPr kumimoji="1" lang="ja-JP" altLang="en-US" sz="1500" kern="1200" dirty="0"/>
            <a:t>からメッセージを受領</a:t>
          </a:r>
        </a:p>
      </dsp:txBody>
      <dsp:txXfrm>
        <a:off x="1375358" y="4155632"/>
        <a:ext cx="3575220" cy="1290939"/>
      </dsp:txXfrm>
    </dsp:sp>
    <dsp:sp modelId="{3D056114-0484-4EDF-86EC-D5D9428A7BF9}">
      <dsp:nvSpPr>
        <dsp:cNvPr id="0" name=""/>
        <dsp:cNvSpPr/>
      </dsp:nvSpPr>
      <dsp:spPr>
        <a:xfrm rot="5400000">
          <a:off x="2905856" y="5521016"/>
          <a:ext cx="514224" cy="617069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1200" kern="1200"/>
        </a:p>
      </dsp:txBody>
      <dsp:txXfrm rot="-5400000">
        <a:off x="2977848" y="5572439"/>
        <a:ext cx="370241" cy="359957"/>
      </dsp:txXfrm>
    </dsp:sp>
    <dsp:sp modelId="{7253D03E-F494-4FA9-A711-DCC6F06178F0}">
      <dsp:nvSpPr>
        <dsp:cNvPr id="0" name=""/>
        <dsp:cNvSpPr/>
      </dsp:nvSpPr>
      <dsp:spPr>
        <a:xfrm>
          <a:off x="1335195" y="6172367"/>
          <a:ext cx="3655546" cy="137126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500" kern="1200" dirty="0"/>
            <a:t>サーバの常駐プロセスが録画データを</a:t>
          </a:r>
          <a:br>
            <a:rPr kumimoji="1" lang="en-US" altLang="ja-JP" sz="1500" kern="1200" dirty="0"/>
          </a:br>
          <a:r>
            <a:rPr kumimoji="1" lang="ja-JP" altLang="en-US" sz="1500" kern="1200" dirty="0"/>
            <a:t>取得＆音声エンコードし、</a:t>
          </a:r>
          <a:br>
            <a:rPr kumimoji="1" lang="en-US" altLang="ja-JP" sz="1500" kern="1200" dirty="0"/>
          </a:br>
          <a:r>
            <a:rPr kumimoji="1" lang="ja-JP" altLang="en-US" sz="1500" kern="1200" dirty="0"/>
            <a:t>さくらの</a:t>
          </a:r>
          <a:r>
            <a:rPr kumimoji="1" lang="en-US" altLang="ja-JP" sz="1500" kern="1200" dirty="0"/>
            <a:t>AI Engine</a:t>
          </a:r>
          <a:r>
            <a:rPr kumimoji="1" lang="ja-JP" altLang="en-US" sz="1500" kern="1200" dirty="0"/>
            <a:t>呼び出し</a:t>
          </a:r>
        </a:p>
      </dsp:txBody>
      <dsp:txXfrm>
        <a:off x="1375358" y="6212530"/>
        <a:ext cx="3575220" cy="1290939"/>
      </dsp:txXfrm>
    </dsp:sp>
    <dsp:sp modelId="{634B6EAC-C545-413B-B32E-0393E60FE0F9}">
      <dsp:nvSpPr>
        <dsp:cNvPr id="0" name=""/>
        <dsp:cNvSpPr/>
      </dsp:nvSpPr>
      <dsp:spPr>
        <a:xfrm rot="5400000">
          <a:off x="2905856" y="7577914"/>
          <a:ext cx="514224" cy="617069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1200" kern="1200"/>
        </a:p>
      </dsp:txBody>
      <dsp:txXfrm rot="-5400000">
        <a:off x="2977848" y="7629337"/>
        <a:ext cx="370241" cy="359957"/>
      </dsp:txXfrm>
    </dsp:sp>
    <dsp:sp modelId="{B149C04E-7AEB-4A78-B7D7-AC20C233D7B6}">
      <dsp:nvSpPr>
        <dsp:cNvPr id="0" name=""/>
        <dsp:cNvSpPr/>
      </dsp:nvSpPr>
      <dsp:spPr>
        <a:xfrm>
          <a:off x="1335195" y="8229265"/>
          <a:ext cx="3655546" cy="137126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500" kern="1200" dirty="0"/>
            <a:t>さくらの</a:t>
          </a:r>
          <a:r>
            <a:rPr kumimoji="1" lang="en-US" altLang="ja-JP" sz="1500" kern="1200" dirty="0"/>
            <a:t>AI Engine</a:t>
          </a:r>
          <a:r>
            <a:rPr kumimoji="1" lang="ja-JP" altLang="en-US" sz="1500" kern="1200" dirty="0"/>
            <a:t>は文字起こし・要約を行い、結果をサーバに返却</a:t>
          </a:r>
        </a:p>
      </dsp:txBody>
      <dsp:txXfrm>
        <a:off x="1375358" y="8269428"/>
        <a:ext cx="3575220" cy="1290939"/>
      </dsp:txXfrm>
    </dsp:sp>
    <dsp:sp modelId="{876973CB-19C6-4A07-8E92-BB7965FAF234}">
      <dsp:nvSpPr>
        <dsp:cNvPr id="0" name=""/>
        <dsp:cNvSpPr/>
      </dsp:nvSpPr>
      <dsp:spPr>
        <a:xfrm rot="5400000">
          <a:off x="2905856" y="9634811"/>
          <a:ext cx="514224" cy="617069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1200" kern="1200"/>
        </a:p>
      </dsp:txBody>
      <dsp:txXfrm rot="-5400000">
        <a:off x="2977848" y="9686234"/>
        <a:ext cx="370241" cy="359957"/>
      </dsp:txXfrm>
    </dsp:sp>
    <dsp:sp modelId="{23263FBF-5528-4109-B2ED-87E1E7DCEB63}">
      <dsp:nvSpPr>
        <dsp:cNvPr id="0" name=""/>
        <dsp:cNvSpPr/>
      </dsp:nvSpPr>
      <dsp:spPr>
        <a:xfrm>
          <a:off x="1335195" y="10286162"/>
          <a:ext cx="3655546" cy="137126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500" kern="1200" dirty="0"/>
            <a:t>サーバは文字起こしデータを</a:t>
          </a:r>
          <a:br>
            <a:rPr kumimoji="1" lang="en-US" altLang="ja-JP" sz="1500" kern="1200" dirty="0"/>
          </a:br>
          <a:r>
            <a:rPr kumimoji="1" lang="ja-JP" altLang="en-US" sz="1500" kern="1200" dirty="0"/>
            <a:t>オブジェクトストレージに反映</a:t>
          </a:r>
        </a:p>
      </dsp:txBody>
      <dsp:txXfrm>
        <a:off x="1375358" y="10326325"/>
        <a:ext cx="3575220" cy="1290939"/>
      </dsp:txXfrm>
    </dsp:sp>
    <dsp:sp modelId="{18D4A096-9F13-44E4-A778-EFE42993CB0B}">
      <dsp:nvSpPr>
        <dsp:cNvPr id="0" name=""/>
        <dsp:cNvSpPr/>
      </dsp:nvSpPr>
      <dsp:spPr>
        <a:xfrm rot="5400000">
          <a:off x="2905856" y="11691709"/>
          <a:ext cx="514224" cy="617069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1200" kern="1200"/>
        </a:p>
      </dsp:txBody>
      <dsp:txXfrm rot="-5400000">
        <a:off x="2977848" y="11743132"/>
        <a:ext cx="370241" cy="359957"/>
      </dsp:txXfrm>
    </dsp:sp>
    <dsp:sp modelId="{A576E462-304F-490D-BE6C-4E5A74D8E0F1}">
      <dsp:nvSpPr>
        <dsp:cNvPr id="0" name=""/>
        <dsp:cNvSpPr/>
      </dsp:nvSpPr>
      <dsp:spPr>
        <a:xfrm>
          <a:off x="1335195" y="12343060"/>
          <a:ext cx="3655546" cy="137126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500" kern="1200" dirty="0"/>
            <a:t>サーバはシンプル通知を通じて</a:t>
          </a:r>
          <a:br>
            <a:rPr kumimoji="1" lang="en-US" altLang="ja-JP" sz="1500" kern="1200" dirty="0"/>
          </a:br>
          <a:r>
            <a:rPr kumimoji="1" lang="ja-JP" altLang="en-US" sz="1500" kern="1200" dirty="0"/>
            <a:t>処理完了を通知</a:t>
          </a:r>
        </a:p>
      </dsp:txBody>
      <dsp:txXfrm>
        <a:off x="1375358" y="12383223"/>
        <a:ext cx="3575220" cy="12909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A68C42-B005-8F46-81B0-B2663E397375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1B1C85-7D96-A04F-A516-320C399CA4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610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709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1pPr>
    <a:lvl2pPr marL="914354" algn="l" defTabSz="1828709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2pPr>
    <a:lvl3pPr marL="1828709" algn="l" defTabSz="1828709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3pPr>
    <a:lvl4pPr marL="2743063" algn="l" defTabSz="1828709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4pPr>
    <a:lvl5pPr marL="3657417" algn="l" defTabSz="1828709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5pPr>
    <a:lvl6pPr marL="4571771" algn="l" defTabSz="1828709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6pPr>
    <a:lvl7pPr marL="5486126" algn="l" defTabSz="1828709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7pPr>
    <a:lvl8pPr marL="6400480" algn="l" defTabSz="1828709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8pPr>
    <a:lvl9pPr marL="7314834" algn="l" defTabSz="1828709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標準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2244726"/>
            <a:ext cx="24382412" cy="4775200"/>
          </a:xfrm>
        </p:spPr>
        <p:txBody>
          <a:bodyPr anchor="b">
            <a:normAutofit/>
          </a:bodyPr>
          <a:lstStyle>
            <a:lvl1pPr algn="ctr">
              <a:defRPr sz="9000">
                <a:solidFill>
                  <a:schemeClr val="tx1"/>
                </a:solidFill>
                <a:latin typeface="Haru TP M" panose="020B0600050000000000" pitchFamily="34" charset="-128"/>
                <a:ea typeface="Haru TP M" panose="020B060005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B81B0DBB-64DB-49AB-A64F-CD8EDA8CFE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22919" y="11462517"/>
            <a:ext cx="4136571" cy="723900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EC7629F-38E2-4BBB-9E40-7AEF8029D47E}"/>
              </a:ext>
            </a:extLst>
          </p:cNvPr>
          <p:cNvSpPr txBox="1"/>
          <p:nvPr userDrawn="1"/>
        </p:nvSpPr>
        <p:spPr>
          <a:xfrm>
            <a:off x="9065944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500" dirty="0">
                <a:solidFill>
                  <a:schemeClr val="bg2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2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7" name="字幕 2">
            <a:extLst>
              <a:ext uri="{FF2B5EF4-FFF2-40B4-BE49-F238E27FC236}">
                <a16:creationId xmlns:a16="http://schemas.microsoft.com/office/drawing/2014/main" id="{0AA0F90E-F4A4-5743-911E-2FD5F6BA48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34"/>
            <a:ext cx="21963063" cy="3311308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lang="ja-JP" altLang="en-US" sz="4000">
                <a:solidFill>
                  <a:srgbClr val="7E7E86"/>
                </a:solidFill>
                <a:ea typeface="Haru TP R" panose="020B0500040000000000" pitchFamily="34" charset="-128"/>
              </a:rPr>
              <a:t>マスター サブタイトルの書式設定</a:t>
            </a:r>
            <a:endParaRPr lang="ja-JP" altLang="en-US" sz="4000" dirty="0">
              <a:solidFill>
                <a:srgbClr val="7E7E86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45365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プレースホルダー 4">
            <a:extLst>
              <a:ext uri="{FF2B5EF4-FFF2-40B4-BE49-F238E27FC236}">
                <a16:creationId xmlns:a16="http://schemas.microsoft.com/office/drawing/2014/main" id="{7D7754F4-074B-534F-82F6-D92F502495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9675" y="6271134"/>
            <a:ext cx="21963063" cy="5916103"/>
          </a:xfr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 sz="7500" b="1">
                <a:solidFill>
                  <a:srgbClr val="7E7E86"/>
                </a:solidFill>
                <a:ea typeface="Haru TP B" panose="020B0500040000000000" pitchFamily="34" charset="-128"/>
              </a:rPr>
              <a:t>マスター テキストの書式設定</a:t>
            </a:r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FBDE8028-7CDB-8140-BA74-AF2C01D7E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9676" y="1528763"/>
            <a:ext cx="21963062" cy="4049077"/>
          </a:xfrm>
        </p:spPr>
        <p:txBody>
          <a:bodyPr anchor="b" anchorCtr="0">
            <a:normAutofit/>
          </a:bodyPr>
          <a:lstStyle>
            <a:lvl1pPr>
              <a:defRPr sz="1200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kumimoji="1" lang="ja-JP" altLang="en-US">
                <a:solidFill>
                  <a:srgbClr val="7E7E86"/>
                </a:solidFill>
                <a:ea typeface="Haru TP R" panose="020B0500040000000000" pitchFamily="34" charset="-128"/>
              </a:rPr>
              <a:t>マスター タイトルの書式設定</a:t>
            </a:r>
            <a:endParaRPr kumimoji="1" lang="ja-JP" altLang="en-US" dirty="0">
              <a:solidFill>
                <a:srgbClr val="7E7E86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3FF499CC-70EC-BC44-A245-FD20CFD291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solidFill>
                  <a:schemeClr val="bg2"/>
                </a:solidFill>
                <a:latin typeface="+mj-lt"/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8DF13AF-30BD-472C-BC86-6D5A8A4E4526}"/>
              </a:ext>
            </a:extLst>
          </p:cNvPr>
          <p:cNvSpPr txBox="1"/>
          <p:nvPr userDrawn="1"/>
        </p:nvSpPr>
        <p:spPr>
          <a:xfrm>
            <a:off x="1209675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ja-JP" sz="1500" dirty="0">
                <a:solidFill>
                  <a:schemeClr val="bg2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2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0824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（小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プレースホルダー 4">
            <a:extLst>
              <a:ext uri="{FF2B5EF4-FFF2-40B4-BE49-F238E27FC236}">
                <a16:creationId xmlns:a16="http://schemas.microsoft.com/office/drawing/2014/main" id="{8AA560FC-963E-274B-8463-4497BADEB6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9675" y="5029200"/>
            <a:ext cx="21963063" cy="7158038"/>
          </a:xfrm>
        </p:spPr>
        <p:txBody>
          <a:bodyPr anchor="t" anchorCtr="0">
            <a:noAutofit/>
          </a:bodyPr>
          <a:lstStyle>
            <a:lvl1pPr marL="0" indent="0">
              <a:buNone/>
              <a:defRPr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 sz="6000" b="1">
                <a:solidFill>
                  <a:srgbClr val="7E7E86"/>
                </a:solidFill>
                <a:ea typeface="Haru TP B" panose="020B0500040000000000" pitchFamily="34" charset="-128"/>
              </a:rPr>
              <a:t>マスター テキストの書式設定</a:t>
            </a:r>
          </a:p>
        </p:txBody>
      </p:sp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041883F2-2986-1440-83C5-8D8FF7B192F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solidFill>
                  <a:schemeClr val="bg2"/>
                </a:solidFill>
                <a:latin typeface="+mj-lt"/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3F6BF6B9-6F1F-483B-B7E9-45CC79808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9675" y="1385887"/>
            <a:ext cx="21955938" cy="3095625"/>
          </a:xfrm>
        </p:spPr>
        <p:txBody>
          <a:bodyPr anchor="b" anchorCtr="0"/>
          <a:lstStyle>
            <a:lvl1pPr>
              <a:defRPr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1421F14-6942-47BE-B5D9-E7959C3AA45F}"/>
              </a:ext>
            </a:extLst>
          </p:cNvPr>
          <p:cNvSpPr txBox="1"/>
          <p:nvPr userDrawn="1"/>
        </p:nvSpPr>
        <p:spPr>
          <a:xfrm>
            <a:off x="1209675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ja-JP" sz="1500" dirty="0">
                <a:solidFill>
                  <a:schemeClr val="bg2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2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825453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73" userDrawn="1">
          <p15:clr>
            <a:srgbClr val="FBAE40"/>
          </p15:clr>
        </p15:guide>
        <p15:guide id="2" pos="2327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カラ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AD306F-D01E-484F-A01D-5BE66C3B06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50011" y="2142695"/>
            <a:ext cx="10514806" cy="1528855"/>
          </a:xfrm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7" name="グラフ プレースホルダー 6">
            <a:extLst>
              <a:ext uri="{FF2B5EF4-FFF2-40B4-BE49-F238E27FC236}">
                <a16:creationId xmlns:a16="http://schemas.microsoft.com/office/drawing/2014/main" id="{21CAC4D3-0CF3-FA43-BCCA-F6ED48EB5147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1216801" y="2160444"/>
            <a:ext cx="10514806" cy="986486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kumimoji="1" lang="ja-JP" altLang="en-US"/>
              <a:t>グラフを追加</a:t>
            </a:r>
            <a:endParaRPr kumimoji="1" lang="ja-JP" altLang="en-US" dirty="0"/>
          </a:p>
        </p:txBody>
      </p:sp>
      <p:sp>
        <p:nvSpPr>
          <p:cNvPr id="13" name="テキスト プレースホルダー 12">
            <a:extLst>
              <a:ext uri="{FF2B5EF4-FFF2-40B4-BE49-F238E27FC236}">
                <a16:creationId xmlns:a16="http://schemas.microsoft.com/office/drawing/2014/main" id="{C09A5033-CFBE-7A43-8BD6-7B114383682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7594" y="730251"/>
            <a:ext cx="10514013" cy="960436"/>
          </a:xfrm>
        </p:spPr>
        <p:txBody>
          <a:bodyPr anchor="t">
            <a:normAutofit/>
          </a:bodyPr>
          <a:lstStyle>
            <a:lvl1pPr marL="0" indent="0">
              <a:buNone/>
              <a:defRPr sz="5000">
                <a:solidFill>
                  <a:schemeClr val="tx1"/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9CF415C9-4309-FE4D-9061-C60C8F3E23B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50011" y="8102600"/>
            <a:ext cx="10514806" cy="3922713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buNone/>
              <a:defRPr sz="4000">
                <a:solidFill>
                  <a:schemeClr val="tx1"/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16" name="テキスト プレースホルダー 2">
            <a:extLst>
              <a:ext uri="{FF2B5EF4-FFF2-40B4-BE49-F238E27FC236}">
                <a16:creationId xmlns:a16="http://schemas.microsoft.com/office/drawing/2014/main" id="{96336265-B10C-2748-A7BD-CF0A7C22D8B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solidFill>
                  <a:schemeClr val="bg2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B6C4E0AF-BC5E-6049-B88B-28322E6271C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50788" y="3671888"/>
            <a:ext cx="10514012" cy="4430712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DB15021-1E17-44A2-B719-4C7A06CD822C}"/>
              </a:ext>
            </a:extLst>
          </p:cNvPr>
          <p:cNvSpPr txBox="1"/>
          <p:nvPr userDrawn="1"/>
        </p:nvSpPr>
        <p:spPr>
          <a:xfrm>
            <a:off x="1209675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ja-JP" sz="1500" dirty="0">
                <a:solidFill>
                  <a:schemeClr val="bg2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2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96676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597" userDrawn="1">
          <p15:clr>
            <a:srgbClr val="FBAE40"/>
          </p15:clr>
        </p15:guide>
        <p15:guide id="2" pos="76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テキスト プレースホルダー 12">
            <a:extLst>
              <a:ext uri="{FF2B5EF4-FFF2-40B4-BE49-F238E27FC236}">
                <a16:creationId xmlns:a16="http://schemas.microsoft.com/office/drawing/2014/main" id="{C09A5033-CFBE-7A43-8BD6-7B114383682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7594" y="730251"/>
            <a:ext cx="21948019" cy="960436"/>
          </a:xfrm>
        </p:spPr>
        <p:txBody>
          <a:bodyPr anchor="t">
            <a:normAutofit/>
          </a:bodyPr>
          <a:lstStyle>
            <a:lvl1pPr marL="0" indent="0">
              <a:buNone/>
              <a:defRPr sz="5000">
                <a:solidFill>
                  <a:schemeClr val="tx1"/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16" name="テキスト プレースホルダー 2">
            <a:extLst>
              <a:ext uri="{FF2B5EF4-FFF2-40B4-BE49-F238E27FC236}">
                <a16:creationId xmlns:a16="http://schemas.microsoft.com/office/drawing/2014/main" id="{96336265-B10C-2748-A7BD-CF0A7C22D8B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solidFill>
                  <a:schemeClr val="bg2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DB15021-1E17-44A2-B719-4C7A06CD822C}"/>
              </a:ext>
            </a:extLst>
          </p:cNvPr>
          <p:cNvSpPr txBox="1"/>
          <p:nvPr userDrawn="1"/>
        </p:nvSpPr>
        <p:spPr>
          <a:xfrm>
            <a:off x="1209675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ja-JP" sz="1500" dirty="0">
                <a:solidFill>
                  <a:schemeClr val="bg2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2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59488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597">
          <p15:clr>
            <a:srgbClr val="FBAE40"/>
          </p15:clr>
        </p15:guide>
        <p15:guide id="2" pos="76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背景画像（全面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図プレースホルダー 4">
            <a:extLst>
              <a:ext uri="{FF2B5EF4-FFF2-40B4-BE49-F238E27FC236}">
                <a16:creationId xmlns:a16="http://schemas.microsoft.com/office/drawing/2014/main" id="{82B3F3BA-63FF-6048-BC9B-3C1ED4BBCF5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24382412" cy="13716000"/>
          </a:xfrm>
        </p:spPr>
        <p:txBody>
          <a:bodyPr/>
          <a:lstStyle/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2244726"/>
            <a:ext cx="24382412" cy="4775200"/>
          </a:xfrm>
        </p:spPr>
        <p:txBody>
          <a:bodyPr anchor="b">
            <a:normAutofit/>
          </a:bodyPr>
          <a:lstStyle>
            <a:lvl1pPr algn="ctr">
              <a:defRPr sz="9000">
                <a:solidFill>
                  <a:schemeClr val="bg1"/>
                </a:solidFill>
                <a:latin typeface="Haru TP M" panose="020B0600050000000000" pitchFamily="34" charset="-128"/>
                <a:ea typeface="Haru TP M" panose="020B060005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BD8CB3D-D6A8-394B-B81F-4D8470C51F2B}"/>
              </a:ext>
            </a:extLst>
          </p:cNvPr>
          <p:cNvSpPr txBox="1"/>
          <p:nvPr userDrawn="1"/>
        </p:nvSpPr>
        <p:spPr>
          <a:xfrm>
            <a:off x="9065944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500" dirty="0">
                <a:solidFill>
                  <a:schemeClr val="bg1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9AE6F74-2B80-5D4B-A966-53802C6CE9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9" name="字幕 2">
            <a:extLst>
              <a:ext uri="{FF2B5EF4-FFF2-40B4-BE49-F238E27FC236}">
                <a16:creationId xmlns:a16="http://schemas.microsoft.com/office/drawing/2014/main" id="{71970434-6783-A54B-BC05-1212E2B04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34"/>
            <a:ext cx="21963063" cy="3311308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latin typeface="+mn-ea"/>
                <a:ea typeface="+mn-ea"/>
              </a:defRPr>
            </a:lvl1pPr>
          </a:lstStyle>
          <a:p>
            <a:r>
              <a:rPr lang="ja-JP" altLang="en-US" sz="4000">
                <a:solidFill>
                  <a:schemeClr val="bg1"/>
                </a:solidFill>
                <a:ea typeface="Haru TP R" panose="020B0500040000000000" pitchFamily="34" charset="-128"/>
              </a:rPr>
              <a:t>マスター サブタイトルの書式設定</a:t>
            </a:r>
            <a:endParaRPr lang="ja-JP" altLang="en-US" sz="4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10" name="テキスト プレースホルダー 2">
            <a:extLst>
              <a:ext uri="{FF2B5EF4-FFF2-40B4-BE49-F238E27FC236}">
                <a16:creationId xmlns:a16="http://schemas.microsoft.com/office/drawing/2014/main" id="{4B17F8A1-2466-7247-A0F3-C4FA18261D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latin typeface="+mj-lt"/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6E7010C-EC2B-4045-A2D1-CFE557EF81AB}"/>
              </a:ext>
            </a:extLst>
          </p:cNvPr>
          <p:cNvSpPr txBox="1"/>
          <p:nvPr userDrawn="1"/>
        </p:nvSpPr>
        <p:spPr>
          <a:xfrm>
            <a:off x="1209675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ja-JP" sz="1500" dirty="0">
                <a:solidFill>
                  <a:schemeClr val="bg1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08343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画像（左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>
            <a:extLst>
              <a:ext uri="{FF2B5EF4-FFF2-40B4-BE49-F238E27FC236}">
                <a16:creationId xmlns:a16="http://schemas.microsoft.com/office/drawing/2014/main" id="{1B325582-21CD-0A47-A61F-66C5FFC2B11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0413" cy="13716000"/>
          </a:xfrm>
        </p:spPr>
        <p:txBody>
          <a:bodyPr/>
          <a:lstStyle/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0AD306F-D01E-484F-A01D-5BE66C3B06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50011" y="2142695"/>
            <a:ext cx="10514806" cy="1528855"/>
          </a:xfrm>
        </p:spPr>
        <p:txBody>
          <a:bodyPr anchor="t">
            <a:normAutofit/>
          </a:bodyPr>
          <a:lstStyle>
            <a:lvl1pPr>
              <a:defRPr sz="7500">
                <a:solidFill>
                  <a:schemeClr val="tx1"/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9CF415C9-4309-FE4D-9061-C60C8F3E23B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50011" y="8102600"/>
            <a:ext cx="10514806" cy="3922713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buNone/>
              <a:defRPr sz="4000">
                <a:solidFill>
                  <a:schemeClr val="tx1"/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16" name="テキスト プレースホルダー 2">
            <a:extLst>
              <a:ext uri="{FF2B5EF4-FFF2-40B4-BE49-F238E27FC236}">
                <a16:creationId xmlns:a16="http://schemas.microsoft.com/office/drawing/2014/main" id="{96336265-B10C-2748-A7BD-CF0A7C22D8B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solidFill>
                  <a:schemeClr val="bg2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B6C4E0AF-BC5E-6049-B88B-28322E6271C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50788" y="3671888"/>
            <a:ext cx="10514012" cy="4430712"/>
          </a:xfrm>
        </p:spPr>
        <p:txBody>
          <a:bodyPr>
            <a:normAutofit/>
          </a:bodyPr>
          <a:lstStyle>
            <a:lvl1pPr marL="0" indent="0">
              <a:buNone/>
              <a:defRPr sz="6000">
                <a:solidFill>
                  <a:schemeClr val="tx1"/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8BDED08-B1A3-42CA-8A01-157959BFE5DD}"/>
              </a:ext>
            </a:extLst>
          </p:cNvPr>
          <p:cNvSpPr txBox="1"/>
          <p:nvPr userDrawn="1"/>
        </p:nvSpPr>
        <p:spPr>
          <a:xfrm>
            <a:off x="1209675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ja-JP" sz="1500" dirty="0">
                <a:solidFill>
                  <a:schemeClr val="bg1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637711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597">
          <p15:clr>
            <a:srgbClr val="FBAE40"/>
          </p15:clr>
        </p15:guide>
        <p15:guide id="2" pos="76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画像（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>
            <a:extLst>
              <a:ext uri="{FF2B5EF4-FFF2-40B4-BE49-F238E27FC236}">
                <a16:creationId xmlns:a16="http://schemas.microsoft.com/office/drawing/2014/main" id="{1B325582-21CD-0A47-A61F-66C5FFC2B11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06345" y="0"/>
            <a:ext cx="15177599" cy="13716000"/>
          </a:xfrm>
        </p:spPr>
        <p:txBody>
          <a:bodyPr/>
          <a:lstStyle/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16" name="テキスト プレースホルダー 2">
            <a:extLst>
              <a:ext uri="{FF2B5EF4-FFF2-40B4-BE49-F238E27FC236}">
                <a16:creationId xmlns:a16="http://schemas.microsoft.com/office/drawing/2014/main" id="{96336265-B10C-2748-A7BD-CF0A7C22D8B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solidFill>
                  <a:schemeClr val="bg2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D3A5B875-DBDA-E34B-AD4D-5EA97065736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09675" y="4117765"/>
            <a:ext cx="21955938" cy="1528855"/>
          </a:xfrm>
        </p:spPr>
        <p:txBody>
          <a:bodyPr>
            <a:noAutofit/>
          </a:bodyPr>
          <a:lstStyle>
            <a:lvl1pPr marL="0" indent="0">
              <a:buNone/>
              <a:defRPr sz="12000"/>
            </a:lvl1pPr>
            <a:lvl5pPr marL="3657417" indent="0"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CD06306D-F173-EC42-991E-1131CA0C84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209675" y="6858000"/>
            <a:ext cx="21956713" cy="5029200"/>
          </a:xfrm>
        </p:spPr>
        <p:txBody>
          <a:bodyPr>
            <a:normAutofit/>
          </a:bodyPr>
          <a:lstStyle>
            <a:lvl1pPr marL="0" indent="0">
              <a:buNone/>
              <a:defRPr sz="7500">
                <a:latin typeface="+mj-lt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AF54601-B2C2-4127-9682-5CDFC162432C}"/>
              </a:ext>
            </a:extLst>
          </p:cNvPr>
          <p:cNvSpPr txBox="1"/>
          <p:nvPr userDrawn="1"/>
        </p:nvSpPr>
        <p:spPr>
          <a:xfrm>
            <a:off x="1209675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ja-JP" sz="1500" dirty="0">
                <a:solidFill>
                  <a:schemeClr val="bg2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2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12620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597">
          <p15:clr>
            <a:srgbClr val="FBAE40"/>
          </p15:clr>
        </p15:guide>
        <p15:guide id="2" pos="76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画像（下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図プレースホルダー 3">
            <a:extLst>
              <a:ext uri="{FF2B5EF4-FFF2-40B4-BE49-F238E27FC236}">
                <a16:creationId xmlns:a16="http://schemas.microsoft.com/office/drawing/2014/main" id="{446C969A-DE70-0744-8D0C-FA1C4F5D5F9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-1531" y="9144000"/>
            <a:ext cx="24383944" cy="4572000"/>
          </a:xfrm>
        </p:spPr>
        <p:txBody>
          <a:bodyPr/>
          <a:lstStyle/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16" name="テキスト プレースホルダー 2">
            <a:extLst>
              <a:ext uri="{FF2B5EF4-FFF2-40B4-BE49-F238E27FC236}">
                <a16:creationId xmlns:a16="http://schemas.microsoft.com/office/drawing/2014/main" id="{96336265-B10C-2748-A7BD-CF0A7C22D8B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solidFill>
                  <a:schemeClr val="bg2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F7796D4B-003D-AF41-B0B5-0BFEBACADED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09675" y="684001"/>
            <a:ext cx="21955938" cy="4962620"/>
          </a:xfrm>
        </p:spPr>
        <p:txBody>
          <a:bodyPr anchor="b">
            <a:noAutofit/>
          </a:bodyPr>
          <a:lstStyle>
            <a:lvl1pPr marL="0" indent="0">
              <a:buNone/>
              <a:defRPr sz="12000"/>
            </a:lvl1pPr>
            <a:lvl5pPr marL="3657417" indent="0"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AC11F3BC-3B20-1849-9365-B686355C1B2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209675" y="6857999"/>
            <a:ext cx="21956713" cy="4962619"/>
          </a:xfrm>
        </p:spPr>
        <p:txBody>
          <a:bodyPr>
            <a:normAutofit/>
          </a:bodyPr>
          <a:lstStyle>
            <a:lvl1pPr marL="0" indent="0">
              <a:buNone/>
              <a:defRPr sz="7500">
                <a:latin typeface="+mj-lt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F421F29-D621-4D60-BD24-37B3512ADE62}"/>
              </a:ext>
            </a:extLst>
          </p:cNvPr>
          <p:cNvSpPr txBox="1"/>
          <p:nvPr userDrawn="1"/>
        </p:nvSpPr>
        <p:spPr>
          <a:xfrm>
            <a:off x="1209675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ja-JP" sz="1500" dirty="0">
                <a:solidFill>
                  <a:schemeClr val="bg1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528346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597">
          <p15:clr>
            <a:srgbClr val="FBAE40"/>
          </p15:clr>
        </p15:guide>
        <p15:guide id="2" pos="76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2244726"/>
            <a:ext cx="21963063" cy="4775200"/>
          </a:xfrm>
        </p:spPr>
        <p:txBody>
          <a:bodyPr anchor="b" anchorCtr="1">
            <a:normAutofit/>
          </a:bodyPr>
          <a:lstStyle>
            <a:lvl1pPr>
              <a:defRPr sz="15000"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12" name="字幕 2">
            <a:extLst>
              <a:ext uri="{FF2B5EF4-FFF2-40B4-BE49-F238E27FC236}">
                <a16:creationId xmlns:a16="http://schemas.microsoft.com/office/drawing/2014/main" id="{8465413E-E893-DE4A-A2C6-4EC88467D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56"/>
            <a:ext cx="21963063" cy="3311524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endParaRPr kumimoji="1" lang="ja-JP" altLang="en-US" sz="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E609B3A-7660-D945-B2B5-12FE2816A3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35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2244726"/>
            <a:ext cx="24382412" cy="4775200"/>
          </a:xfrm>
        </p:spPr>
        <p:txBody>
          <a:bodyPr anchor="b">
            <a:normAutofit/>
          </a:bodyPr>
          <a:lstStyle>
            <a:lvl1pPr algn="ctr">
              <a:defRPr sz="9000">
                <a:solidFill>
                  <a:schemeClr val="bg1"/>
                </a:solidFill>
                <a:latin typeface="Haru TP M" panose="020B0600050000000000" pitchFamily="34" charset="-128"/>
                <a:ea typeface="Haru TP M" panose="020B0600050000000000" pitchFamily="34" charset="-128"/>
              </a:defRPr>
            </a:lvl1pPr>
          </a:lstStyle>
          <a:p>
            <a:endParaRPr lang="en-US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9AE6F74-2B80-5D4B-A966-53802C6CE9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9" name="字幕 2">
            <a:extLst>
              <a:ext uri="{FF2B5EF4-FFF2-40B4-BE49-F238E27FC236}">
                <a16:creationId xmlns:a16="http://schemas.microsoft.com/office/drawing/2014/main" id="{71970434-6783-A54B-BC05-1212E2B04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34"/>
            <a:ext cx="21963063" cy="3311308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latin typeface="+mn-ea"/>
                <a:ea typeface="+mn-ea"/>
              </a:defRPr>
            </a:lvl1pPr>
          </a:lstStyle>
          <a:p>
            <a:endParaRPr lang="ja-JP" altLang="en-US" sz="4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962426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5731019"/>
            <a:ext cx="21963063" cy="2253962"/>
          </a:xfrm>
        </p:spPr>
        <p:txBody>
          <a:bodyPr anchor="ctr" anchorCtr="1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40FC806-2E0D-4B4C-8913-761AFAAD54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latin typeface="+mj-lt"/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74541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28706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36359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9658F513-A30A-1346-B4BC-3A9F05B205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0067E9A2-3096-7642-8912-B0F8CBD794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72774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（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74502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2244726"/>
            <a:ext cx="21963063" cy="4775200"/>
          </a:xfrm>
        </p:spPr>
        <p:txBody>
          <a:bodyPr anchor="b" anchorCtr="1">
            <a:normAutofit/>
          </a:bodyPr>
          <a:lstStyle>
            <a:lvl1pPr>
              <a:defRPr sz="15000"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12" name="字幕 2">
            <a:extLst>
              <a:ext uri="{FF2B5EF4-FFF2-40B4-BE49-F238E27FC236}">
                <a16:creationId xmlns:a16="http://schemas.microsoft.com/office/drawing/2014/main" id="{8465413E-E893-DE4A-A2C6-4EC88467D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56"/>
            <a:ext cx="21963063" cy="3311524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endParaRPr kumimoji="1" lang="ja-JP" altLang="en-US" sz="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E609B3A-7660-D945-B2B5-12FE2816A3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0635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2244726"/>
            <a:ext cx="24382412" cy="4775200"/>
          </a:xfrm>
        </p:spPr>
        <p:txBody>
          <a:bodyPr anchor="b">
            <a:normAutofit/>
          </a:bodyPr>
          <a:lstStyle>
            <a:lvl1pPr algn="ctr">
              <a:defRPr sz="9000">
                <a:solidFill>
                  <a:schemeClr val="bg1"/>
                </a:solidFill>
                <a:latin typeface="Haru TP M" panose="020B0600050000000000" pitchFamily="34" charset="-128"/>
                <a:ea typeface="Haru TP M" panose="020B0600050000000000" pitchFamily="34" charset="-128"/>
              </a:defRPr>
            </a:lvl1pPr>
          </a:lstStyle>
          <a:p>
            <a:endParaRPr lang="en-US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9AE6F74-2B80-5D4B-A966-53802C6CE9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9" name="字幕 2">
            <a:extLst>
              <a:ext uri="{FF2B5EF4-FFF2-40B4-BE49-F238E27FC236}">
                <a16:creationId xmlns:a16="http://schemas.microsoft.com/office/drawing/2014/main" id="{71970434-6783-A54B-BC05-1212E2B04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34"/>
            <a:ext cx="21963063" cy="3311308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latin typeface="+mn-ea"/>
                <a:ea typeface="+mn-ea"/>
              </a:defRPr>
            </a:lvl1pPr>
          </a:lstStyle>
          <a:p>
            <a:endParaRPr lang="ja-JP" altLang="en-US" sz="4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717444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5731019"/>
            <a:ext cx="21963063" cy="2253962"/>
          </a:xfrm>
        </p:spPr>
        <p:txBody>
          <a:bodyPr anchor="ctr" anchorCtr="1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40FC806-2E0D-4B4C-8913-761AFAAD54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latin typeface="+mj-lt"/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69154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00287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5283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9658F513-A30A-1346-B4BC-3A9F05B205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B6FB01B1-C9FB-3240-B136-6480DF20B6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27714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（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668043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2244726"/>
            <a:ext cx="21963063" cy="4775200"/>
          </a:xfrm>
        </p:spPr>
        <p:txBody>
          <a:bodyPr anchor="b" anchorCtr="1">
            <a:normAutofit/>
          </a:bodyPr>
          <a:lstStyle>
            <a:lvl1pPr>
              <a:defRPr sz="15000"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12" name="字幕 2">
            <a:extLst>
              <a:ext uri="{FF2B5EF4-FFF2-40B4-BE49-F238E27FC236}">
                <a16:creationId xmlns:a16="http://schemas.microsoft.com/office/drawing/2014/main" id="{8465413E-E893-DE4A-A2C6-4EC88467D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56"/>
            <a:ext cx="21963063" cy="3311524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endParaRPr kumimoji="1" lang="ja-JP" altLang="en-US" sz="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E609B3A-7660-D945-B2B5-12FE2816A3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72509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2244726"/>
            <a:ext cx="24382412" cy="4775200"/>
          </a:xfrm>
        </p:spPr>
        <p:txBody>
          <a:bodyPr anchor="b">
            <a:normAutofit/>
          </a:bodyPr>
          <a:lstStyle>
            <a:lvl1pPr algn="ctr">
              <a:defRPr sz="9000">
                <a:solidFill>
                  <a:schemeClr val="bg1"/>
                </a:solidFill>
                <a:latin typeface="Haru TP M" panose="020B0600050000000000" pitchFamily="34" charset="-128"/>
                <a:ea typeface="Haru TP M" panose="020B0600050000000000" pitchFamily="34" charset="-128"/>
              </a:defRPr>
            </a:lvl1pPr>
          </a:lstStyle>
          <a:p>
            <a:endParaRPr lang="en-US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9AE6F74-2B80-5D4B-A966-53802C6CE9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9" name="字幕 2">
            <a:extLst>
              <a:ext uri="{FF2B5EF4-FFF2-40B4-BE49-F238E27FC236}">
                <a16:creationId xmlns:a16="http://schemas.microsoft.com/office/drawing/2014/main" id="{71970434-6783-A54B-BC05-1212E2B04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34"/>
            <a:ext cx="21963063" cy="3311308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latin typeface="+mn-ea"/>
                <a:ea typeface="+mn-ea"/>
              </a:defRPr>
            </a:lvl1pPr>
          </a:lstStyle>
          <a:p>
            <a:endParaRPr lang="ja-JP" altLang="en-US" sz="4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4368078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5731019"/>
            <a:ext cx="21963063" cy="2253962"/>
          </a:xfrm>
        </p:spPr>
        <p:txBody>
          <a:bodyPr anchor="ctr" anchorCtr="1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40FC806-2E0D-4B4C-8913-761AFAAD54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latin typeface="+mj-lt"/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498392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129124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078297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9658F513-A30A-1346-B4BC-3A9F05B205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B494A42D-0EBE-5D42-9BC8-1C78FE32267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42336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（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351537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2244726"/>
            <a:ext cx="21963063" cy="4775200"/>
          </a:xfrm>
        </p:spPr>
        <p:txBody>
          <a:bodyPr anchor="b" anchorCtr="1">
            <a:normAutofit/>
          </a:bodyPr>
          <a:lstStyle>
            <a:lvl1pPr>
              <a:defRPr sz="15000">
                <a:solidFill>
                  <a:schemeClr val="tx2"/>
                </a:solidFill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12" name="字幕 2">
            <a:extLst>
              <a:ext uri="{FF2B5EF4-FFF2-40B4-BE49-F238E27FC236}">
                <a16:creationId xmlns:a16="http://schemas.microsoft.com/office/drawing/2014/main" id="{8465413E-E893-DE4A-A2C6-4EC88467D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56"/>
            <a:ext cx="21963063" cy="3311524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solidFill>
                  <a:schemeClr val="tx2"/>
                </a:solidFill>
                <a:latin typeface="+mn-ea"/>
                <a:ea typeface="+mn-ea"/>
              </a:defRPr>
            </a:lvl1pPr>
          </a:lstStyle>
          <a:p>
            <a:endParaRPr kumimoji="1" lang="ja-JP" altLang="en-US" sz="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9AFCFB8C-9EB6-4CD0-B1F5-ECFA40EC11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06678" y="11450567"/>
            <a:ext cx="4046084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2788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2244726"/>
            <a:ext cx="24382412" cy="4775200"/>
          </a:xfrm>
        </p:spPr>
        <p:txBody>
          <a:bodyPr anchor="b">
            <a:normAutofit/>
          </a:bodyPr>
          <a:lstStyle>
            <a:lvl1pPr algn="ctr">
              <a:defRPr sz="9000">
                <a:solidFill>
                  <a:schemeClr val="tx2"/>
                </a:solidFill>
                <a:latin typeface="Haru TP M" panose="020B0600050000000000" pitchFamily="34" charset="-128"/>
                <a:ea typeface="Haru TP M" panose="020B0600050000000000" pitchFamily="34" charset="-128"/>
              </a:defRPr>
            </a:lvl1pPr>
          </a:lstStyle>
          <a:p>
            <a:endParaRPr lang="en-US" dirty="0"/>
          </a:p>
        </p:txBody>
      </p:sp>
      <p:sp>
        <p:nvSpPr>
          <p:cNvPr id="9" name="字幕 2">
            <a:extLst>
              <a:ext uri="{FF2B5EF4-FFF2-40B4-BE49-F238E27FC236}">
                <a16:creationId xmlns:a16="http://schemas.microsoft.com/office/drawing/2014/main" id="{71970434-6783-A54B-BC05-1212E2B04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34"/>
            <a:ext cx="21963063" cy="3311308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solidFill>
                  <a:schemeClr val="tx2"/>
                </a:solidFill>
                <a:latin typeface="+mn-ea"/>
                <a:ea typeface="+mn-ea"/>
              </a:defRPr>
            </a:lvl1pPr>
          </a:lstStyle>
          <a:p>
            <a:endParaRPr lang="ja-JP" altLang="en-US" sz="4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5475DD1E-4927-4D1F-96D6-19BC4A0AFD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06678" y="11450567"/>
            <a:ext cx="4046084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01057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5731019"/>
            <a:ext cx="21963063" cy="2253962"/>
          </a:xfrm>
        </p:spPr>
        <p:txBody>
          <a:bodyPr anchor="ctr" anchorCtr="1">
            <a:normAutofit/>
          </a:bodyPr>
          <a:lstStyle>
            <a:lvl1pPr>
              <a:defRPr>
                <a:solidFill>
                  <a:schemeClr val="tx2"/>
                </a:solidFill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40FC806-2E0D-4B4C-8913-761AFAAD54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latin typeface="+mj-lt"/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674225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0">
                <a:solidFill>
                  <a:schemeClr val="tx2"/>
                </a:solidFill>
              </a:defRPr>
            </a:lvl1pPr>
          </a:lstStyle>
          <a:p>
            <a:pPr lvl="0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8391430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>
                <a:solidFill>
                  <a:schemeClr val="tx2"/>
                </a:solidFill>
              </a:defRPr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879795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9658F513-A30A-1346-B4BC-3A9F05B205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06678" y="11450567"/>
            <a:ext cx="4046084" cy="723900"/>
          </a:xfrm>
          <a:prstGeom prst="rect">
            <a:avLst/>
          </a:prstGeom>
        </p:spPr>
      </p:pic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F7519840-3B5C-E044-AF33-EF289A7B37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>
                <a:solidFill>
                  <a:schemeClr val="tx2"/>
                </a:solidFill>
              </a:defRPr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845604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（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>
                <a:solidFill>
                  <a:schemeClr val="tx2"/>
                </a:solidFill>
              </a:defRPr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865068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2244726"/>
            <a:ext cx="21963063" cy="4775200"/>
          </a:xfrm>
        </p:spPr>
        <p:txBody>
          <a:bodyPr anchor="b" anchorCtr="1">
            <a:normAutofit/>
          </a:bodyPr>
          <a:lstStyle>
            <a:lvl1pPr>
              <a:defRPr sz="15000"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12" name="字幕 2">
            <a:extLst>
              <a:ext uri="{FF2B5EF4-FFF2-40B4-BE49-F238E27FC236}">
                <a16:creationId xmlns:a16="http://schemas.microsoft.com/office/drawing/2014/main" id="{8465413E-E893-DE4A-A2C6-4EC88467D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56"/>
            <a:ext cx="21963063" cy="3311524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endParaRPr kumimoji="1" lang="ja-JP" altLang="en-US" sz="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E609B3A-7660-D945-B2B5-12FE2816A3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23825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2244726"/>
            <a:ext cx="24382412" cy="4775200"/>
          </a:xfrm>
        </p:spPr>
        <p:txBody>
          <a:bodyPr anchor="b">
            <a:normAutofit/>
          </a:bodyPr>
          <a:lstStyle>
            <a:lvl1pPr algn="ctr">
              <a:defRPr sz="9000">
                <a:solidFill>
                  <a:schemeClr val="bg1"/>
                </a:solidFill>
                <a:latin typeface="Haru TP M" panose="020B0600050000000000" pitchFamily="34" charset="-128"/>
                <a:ea typeface="Haru TP M" panose="020B0600050000000000" pitchFamily="34" charset="-128"/>
              </a:defRPr>
            </a:lvl1pPr>
          </a:lstStyle>
          <a:p>
            <a:endParaRPr lang="en-US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9AE6F74-2B80-5D4B-A966-53802C6CE9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9" name="字幕 2">
            <a:extLst>
              <a:ext uri="{FF2B5EF4-FFF2-40B4-BE49-F238E27FC236}">
                <a16:creationId xmlns:a16="http://schemas.microsoft.com/office/drawing/2014/main" id="{71970434-6783-A54B-BC05-1212E2B04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34"/>
            <a:ext cx="21963063" cy="3311308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latin typeface="+mn-ea"/>
                <a:ea typeface="+mn-ea"/>
              </a:defRPr>
            </a:lvl1pPr>
          </a:lstStyle>
          <a:p>
            <a:endParaRPr lang="ja-JP" altLang="en-US" sz="4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2365597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5731019"/>
            <a:ext cx="21963063" cy="2253962"/>
          </a:xfrm>
        </p:spPr>
        <p:txBody>
          <a:bodyPr anchor="ctr" anchorCtr="1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40FC806-2E0D-4B4C-8913-761AFAAD54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latin typeface="+mj-lt"/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546434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352690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253940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9658F513-A30A-1346-B4BC-3A9F05B205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26025182-1AC7-8249-BE58-2750DF0971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72135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（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200671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2244726"/>
            <a:ext cx="21963063" cy="4775200"/>
          </a:xfrm>
        </p:spPr>
        <p:txBody>
          <a:bodyPr anchor="b" anchorCtr="1">
            <a:normAutofit/>
          </a:bodyPr>
          <a:lstStyle>
            <a:lvl1pPr>
              <a:defRPr sz="15000"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12" name="字幕 2">
            <a:extLst>
              <a:ext uri="{FF2B5EF4-FFF2-40B4-BE49-F238E27FC236}">
                <a16:creationId xmlns:a16="http://schemas.microsoft.com/office/drawing/2014/main" id="{8465413E-E893-DE4A-A2C6-4EC88467D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56"/>
            <a:ext cx="21963063" cy="3311524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endParaRPr kumimoji="1" lang="ja-JP" altLang="en-US" sz="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E609B3A-7660-D945-B2B5-12FE2816A3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17940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2244726"/>
            <a:ext cx="24382412" cy="4775200"/>
          </a:xfrm>
        </p:spPr>
        <p:txBody>
          <a:bodyPr anchor="b">
            <a:normAutofit/>
          </a:bodyPr>
          <a:lstStyle>
            <a:lvl1pPr algn="ctr">
              <a:defRPr sz="9000">
                <a:solidFill>
                  <a:schemeClr val="bg1"/>
                </a:solidFill>
                <a:latin typeface="Haru TP M" panose="020B0600050000000000" pitchFamily="34" charset="-128"/>
                <a:ea typeface="Haru TP M" panose="020B0600050000000000" pitchFamily="34" charset="-128"/>
              </a:defRPr>
            </a:lvl1pPr>
          </a:lstStyle>
          <a:p>
            <a:endParaRPr lang="en-US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9AE6F74-2B80-5D4B-A966-53802C6CE9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9" name="字幕 2">
            <a:extLst>
              <a:ext uri="{FF2B5EF4-FFF2-40B4-BE49-F238E27FC236}">
                <a16:creationId xmlns:a16="http://schemas.microsoft.com/office/drawing/2014/main" id="{71970434-6783-A54B-BC05-1212E2B04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34"/>
            <a:ext cx="21963063" cy="3311308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latin typeface="+mn-ea"/>
                <a:ea typeface="+mn-ea"/>
              </a:defRPr>
            </a:lvl1pPr>
          </a:lstStyle>
          <a:p>
            <a:endParaRPr lang="ja-JP" altLang="en-US" sz="4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6820063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5731019"/>
            <a:ext cx="21963063" cy="2253962"/>
          </a:xfrm>
        </p:spPr>
        <p:txBody>
          <a:bodyPr anchor="ctr" anchorCtr="1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40FC806-2E0D-4B4C-8913-761AFAAD54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latin typeface="+mj-lt"/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873170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059775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435319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9658F513-A30A-1346-B4BC-3A9F05B205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2BD79711-1558-384F-B0C8-6BABB1BF72B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749770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（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509415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2244726"/>
            <a:ext cx="21963063" cy="4775200"/>
          </a:xfrm>
        </p:spPr>
        <p:txBody>
          <a:bodyPr anchor="b" anchorCtr="1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12" name="字幕 2">
            <a:extLst>
              <a:ext uri="{FF2B5EF4-FFF2-40B4-BE49-F238E27FC236}">
                <a16:creationId xmlns:a16="http://schemas.microsoft.com/office/drawing/2014/main" id="{8465413E-E893-DE4A-A2C6-4EC88467D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56"/>
            <a:ext cx="21963063" cy="3311524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endParaRPr kumimoji="1" lang="ja-JP" altLang="en-US" sz="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E609B3A-7660-D945-B2B5-12FE2816A3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77992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2244726"/>
            <a:ext cx="24382412" cy="4775200"/>
          </a:xfrm>
        </p:spPr>
        <p:txBody>
          <a:bodyPr anchor="b">
            <a:normAutofit/>
          </a:bodyPr>
          <a:lstStyle>
            <a:lvl1pPr algn="ctr">
              <a:defRPr sz="9000">
                <a:solidFill>
                  <a:schemeClr val="bg1"/>
                </a:solidFill>
                <a:latin typeface="Haru TP M" panose="020B0600050000000000" pitchFamily="34" charset="-128"/>
                <a:ea typeface="Haru TP M" panose="020B0600050000000000" pitchFamily="34" charset="-128"/>
              </a:defRPr>
            </a:lvl1pPr>
          </a:lstStyle>
          <a:p>
            <a:endParaRPr lang="en-US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9AE6F74-2B80-5D4B-A966-53802C6CE9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9" name="字幕 2">
            <a:extLst>
              <a:ext uri="{FF2B5EF4-FFF2-40B4-BE49-F238E27FC236}">
                <a16:creationId xmlns:a16="http://schemas.microsoft.com/office/drawing/2014/main" id="{71970434-6783-A54B-BC05-1212E2B04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34"/>
            <a:ext cx="21963063" cy="3311308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latin typeface="+mn-ea"/>
                <a:ea typeface="+mn-ea"/>
              </a:defRPr>
            </a:lvl1pPr>
          </a:lstStyle>
          <a:p>
            <a:endParaRPr lang="ja-JP" altLang="en-US" sz="4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349991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5731019"/>
            <a:ext cx="21963063" cy="2253962"/>
          </a:xfrm>
        </p:spPr>
        <p:txBody>
          <a:bodyPr anchor="ctr" anchorCtr="1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40FC806-2E0D-4B4C-8913-761AFAAD54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latin typeface="+mj-lt"/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643728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714452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826474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9658F513-A30A-1346-B4BC-3A9F05B205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AE9E5235-D215-1549-9B73-B1A73D590B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99055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（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029799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2244726"/>
            <a:ext cx="21963063" cy="4775200"/>
          </a:xfrm>
        </p:spPr>
        <p:txBody>
          <a:bodyPr anchor="b" anchorCtr="1">
            <a:normAutofit/>
          </a:bodyPr>
          <a:lstStyle>
            <a:lvl1pPr>
              <a:defRPr sz="15000"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12" name="字幕 2">
            <a:extLst>
              <a:ext uri="{FF2B5EF4-FFF2-40B4-BE49-F238E27FC236}">
                <a16:creationId xmlns:a16="http://schemas.microsoft.com/office/drawing/2014/main" id="{8465413E-E893-DE4A-A2C6-4EC88467D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56"/>
            <a:ext cx="21963063" cy="3311524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endParaRPr kumimoji="1" lang="ja-JP" altLang="en-US" sz="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E609B3A-7660-D945-B2B5-12FE2816A3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07562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2244726"/>
            <a:ext cx="24382412" cy="4775200"/>
          </a:xfrm>
        </p:spPr>
        <p:txBody>
          <a:bodyPr anchor="b">
            <a:normAutofit/>
          </a:bodyPr>
          <a:lstStyle>
            <a:lvl1pPr algn="ctr">
              <a:defRPr sz="9000">
                <a:solidFill>
                  <a:schemeClr val="bg1"/>
                </a:solidFill>
                <a:latin typeface="Haru TP M" panose="020B0600050000000000" pitchFamily="34" charset="-128"/>
                <a:ea typeface="Haru TP M" panose="020B0600050000000000" pitchFamily="34" charset="-128"/>
              </a:defRPr>
            </a:lvl1pPr>
          </a:lstStyle>
          <a:p>
            <a:endParaRPr lang="en-US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9AE6F74-2B80-5D4B-A966-53802C6CE9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9" name="字幕 2">
            <a:extLst>
              <a:ext uri="{FF2B5EF4-FFF2-40B4-BE49-F238E27FC236}">
                <a16:creationId xmlns:a16="http://schemas.microsoft.com/office/drawing/2014/main" id="{71970434-6783-A54B-BC05-1212E2B04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34"/>
            <a:ext cx="21963063" cy="3311308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latin typeface="+mn-ea"/>
                <a:ea typeface="+mn-ea"/>
              </a:defRPr>
            </a:lvl1pPr>
          </a:lstStyle>
          <a:p>
            <a:endParaRPr lang="ja-JP" altLang="en-US" sz="4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1860573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5731019"/>
            <a:ext cx="21963063" cy="2253962"/>
          </a:xfrm>
        </p:spPr>
        <p:txBody>
          <a:bodyPr anchor="ctr" anchorCtr="1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40FC806-2E0D-4B4C-8913-761AFAAD54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latin typeface="+mj-lt"/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037736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105808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039583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9658F513-A30A-1346-B4BC-3A9F05B205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3EC25E7D-E1F0-C34E-A142-0614AA333C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014134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（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2297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theme" Target="../theme/theme5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4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theme" Target="../theme/theme6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5" Type="http://schemas.openxmlformats.org/officeDocument/2006/relationships/slideLayout" Target="../slideLayouts/slideLayout42.xml"/><Relationship Id="rId4" Type="http://schemas.openxmlformats.org/officeDocument/2006/relationships/slideLayout" Target="../slideLayouts/slideLayout41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theme" Target="../theme/theme7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theme" Target="../theme/theme8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5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theme" Target="../theme/theme9.xml"/><Relationship Id="rId3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5.xml"/><Relationship Id="rId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5" Type="http://schemas.openxmlformats.org/officeDocument/2006/relationships/slideLayout" Target="../slideLayouts/slideLayout63.xml"/><Relationship Id="rId4" Type="http://schemas.openxmlformats.org/officeDocument/2006/relationships/slideLayout" Target="../slideLayouts/slideLayout6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291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fld id="{18D69C22-D09C-4C49-8D1D-97250173694B}" type="datetimeFigureOut">
              <a:rPr kumimoji="1" lang="ja-JP" altLang="en-US" smtClean="0"/>
              <a:pPr/>
              <a:t>2026/6/4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6675" y="12712701"/>
            <a:ext cx="822906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bg2"/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bg2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6339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54" r:id="rId2"/>
    <p:sldLayoutId id="2147483757" r:id="rId3"/>
    <p:sldLayoutId id="2147483763" r:id="rId4"/>
    <p:sldLayoutId id="2147483853" r:id="rId5"/>
    <p:sldLayoutId id="2147483829" r:id="rId6"/>
    <p:sldLayoutId id="2147483825" r:id="rId7"/>
    <p:sldLayoutId id="2147483826" r:id="rId8"/>
    <p:sldLayoutId id="2147483827" r:id="rId9"/>
  </p:sldLayoutIdLst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kumimoji="1"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kumimoji="1" sz="5600" kern="1200">
          <a:solidFill>
            <a:schemeClr val="tx1"/>
          </a:solidFill>
          <a:latin typeface="+mn-ea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bg1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DB75DB7-AF87-4120-8D0B-B2D3EB88CDF5}"/>
              </a:ext>
            </a:extLst>
          </p:cNvPr>
          <p:cNvSpPr txBox="1"/>
          <p:nvPr userDrawn="1"/>
        </p:nvSpPr>
        <p:spPr>
          <a:xfrm>
            <a:off x="9065944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500" dirty="0">
                <a:solidFill>
                  <a:schemeClr val="bg1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94589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74" r:id="rId2"/>
    <p:sldLayoutId id="2147483777" r:id="rId3"/>
    <p:sldLayoutId id="2147483828" r:id="rId4"/>
    <p:sldLayoutId id="2147483830" r:id="rId5"/>
    <p:sldLayoutId id="2147483788" r:id="rId6"/>
    <p:sldLayoutId id="2147483831" r:id="rId7"/>
  </p:sldLayoutIdLst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kumimoji="1" sz="8800" kern="1200">
          <a:solidFill>
            <a:schemeClr val="bg1"/>
          </a:solidFill>
          <a:latin typeface="+mj-ea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kumimoji="1" sz="5600" kern="1200">
          <a:solidFill>
            <a:schemeClr val="bg1"/>
          </a:solidFill>
          <a:latin typeface="+mn-ea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bg1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BA3271F-4236-4004-831C-943FB7EEC1EF}"/>
              </a:ext>
            </a:extLst>
          </p:cNvPr>
          <p:cNvSpPr txBox="1"/>
          <p:nvPr userDrawn="1"/>
        </p:nvSpPr>
        <p:spPr>
          <a:xfrm>
            <a:off x="9065944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500" dirty="0">
                <a:solidFill>
                  <a:schemeClr val="bg1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13593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  <p:sldLayoutId id="2147483796" r:id="rId2"/>
    <p:sldLayoutId id="2147483797" r:id="rId3"/>
    <p:sldLayoutId id="2147483832" r:id="rId4"/>
    <p:sldLayoutId id="2147483833" r:id="rId5"/>
    <p:sldLayoutId id="2147483798" r:id="rId6"/>
    <p:sldLayoutId id="2147483834" r:id="rId7"/>
  </p:sldLayoutIdLst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kumimoji="1" sz="8800" kern="1200">
          <a:solidFill>
            <a:schemeClr val="bg1"/>
          </a:solidFill>
          <a:latin typeface="+mj-ea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kumimoji="1" sz="5600" kern="1200">
          <a:solidFill>
            <a:schemeClr val="bg1"/>
          </a:solidFill>
          <a:latin typeface="+mn-ea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bg1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AE2BDBD-C589-4937-88D2-C327492B341C}"/>
              </a:ext>
            </a:extLst>
          </p:cNvPr>
          <p:cNvSpPr txBox="1"/>
          <p:nvPr userDrawn="1"/>
        </p:nvSpPr>
        <p:spPr>
          <a:xfrm>
            <a:off x="9065944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500" dirty="0">
                <a:solidFill>
                  <a:schemeClr val="bg1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64806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  <p:sldLayoutId id="2147483811" r:id="rId2"/>
    <p:sldLayoutId id="2147483812" r:id="rId3"/>
    <p:sldLayoutId id="2147483835" r:id="rId4"/>
    <p:sldLayoutId id="2147483836" r:id="rId5"/>
    <p:sldLayoutId id="2147483813" r:id="rId6"/>
    <p:sldLayoutId id="2147483837" r:id="rId7"/>
  </p:sldLayoutIdLst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kumimoji="1" sz="8800" kern="1200">
          <a:solidFill>
            <a:schemeClr val="bg1"/>
          </a:solidFill>
          <a:latin typeface="+mj-ea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kumimoji="1" sz="5600" kern="1200">
          <a:solidFill>
            <a:schemeClr val="bg1"/>
          </a:solidFill>
          <a:latin typeface="+mn-ea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2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8883A1C-CA87-4F11-9E55-220CA34D03C2}"/>
              </a:ext>
            </a:extLst>
          </p:cNvPr>
          <p:cNvSpPr txBox="1"/>
          <p:nvPr userDrawn="1"/>
        </p:nvSpPr>
        <p:spPr>
          <a:xfrm>
            <a:off x="9065944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500" dirty="0">
                <a:solidFill>
                  <a:schemeClr val="tx2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tx2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92038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38" r:id="rId4"/>
    <p:sldLayoutId id="2147483839" r:id="rId5"/>
    <p:sldLayoutId id="2147483803" r:id="rId6"/>
    <p:sldLayoutId id="2147483840" r:id="rId7"/>
  </p:sldLayoutIdLst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kumimoji="1" sz="8800" kern="1200">
          <a:solidFill>
            <a:schemeClr val="tx2"/>
          </a:solidFill>
          <a:latin typeface="+mj-ea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kumimoji="1" sz="5600" kern="1200">
          <a:solidFill>
            <a:schemeClr val="tx2"/>
          </a:solidFill>
          <a:latin typeface="+mn-ea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bg1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D694C6D-8806-40BD-AE71-C213416B3E48}"/>
              </a:ext>
            </a:extLst>
          </p:cNvPr>
          <p:cNvSpPr txBox="1"/>
          <p:nvPr userDrawn="1"/>
        </p:nvSpPr>
        <p:spPr>
          <a:xfrm>
            <a:off x="9065944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500" dirty="0">
                <a:solidFill>
                  <a:schemeClr val="bg1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8601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841" r:id="rId4"/>
    <p:sldLayoutId id="2147483842" r:id="rId5"/>
    <p:sldLayoutId id="2147483793" r:id="rId6"/>
    <p:sldLayoutId id="2147483843" r:id="rId7"/>
  </p:sldLayoutIdLst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kumimoji="1" sz="8800" kern="1200">
          <a:solidFill>
            <a:schemeClr val="bg1"/>
          </a:solidFill>
          <a:latin typeface="+mj-ea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kumimoji="1" sz="5600" kern="1200">
          <a:solidFill>
            <a:schemeClr val="bg1"/>
          </a:solidFill>
          <a:latin typeface="+mn-ea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bg1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7C883A8-86B2-403F-9271-09476D39CAE7}"/>
              </a:ext>
            </a:extLst>
          </p:cNvPr>
          <p:cNvSpPr txBox="1"/>
          <p:nvPr userDrawn="1"/>
        </p:nvSpPr>
        <p:spPr>
          <a:xfrm>
            <a:off x="9065944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500" dirty="0">
                <a:solidFill>
                  <a:schemeClr val="bg1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37856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44" r:id="rId4"/>
    <p:sldLayoutId id="2147483845" r:id="rId5"/>
    <p:sldLayoutId id="2147483808" r:id="rId6"/>
    <p:sldLayoutId id="2147483846" r:id="rId7"/>
  </p:sldLayoutIdLst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kumimoji="1" sz="8800" kern="1200">
          <a:solidFill>
            <a:schemeClr val="bg1"/>
          </a:solidFill>
          <a:latin typeface="+mj-ea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kumimoji="1" sz="5600" kern="1200">
          <a:solidFill>
            <a:schemeClr val="bg1"/>
          </a:solidFill>
          <a:latin typeface="+mn-ea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bg1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F6D8F91-A323-4FB6-9459-1F6488A37B47}"/>
              </a:ext>
            </a:extLst>
          </p:cNvPr>
          <p:cNvSpPr txBox="1"/>
          <p:nvPr userDrawn="1"/>
        </p:nvSpPr>
        <p:spPr>
          <a:xfrm>
            <a:off x="9065944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500" dirty="0">
                <a:solidFill>
                  <a:schemeClr val="bg1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47132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16" r:id="rId2"/>
    <p:sldLayoutId id="2147483817" r:id="rId3"/>
    <p:sldLayoutId id="2147483847" r:id="rId4"/>
    <p:sldLayoutId id="2147483848" r:id="rId5"/>
    <p:sldLayoutId id="2147483818" r:id="rId6"/>
    <p:sldLayoutId id="2147483849" r:id="rId7"/>
  </p:sldLayoutIdLst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kumimoji="1" sz="8800" kern="1200">
          <a:solidFill>
            <a:schemeClr val="bg1"/>
          </a:solidFill>
          <a:latin typeface="+mj-ea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kumimoji="1" sz="5600" kern="1200">
          <a:solidFill>
            <a:schemeClr val="bg1"/>
          </a:solidFill>
          <a:latin typeface="+mn-ea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bg1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4C0E76B-A019-4312-80F2-2D372D6D1CA7}"/>
              </a:ext>
            </a:extLst>
          </p:cNvPr>
          <p:cNvSpPr txBox="1"/>
          <p:nvPr userDrawn="1"/>
        </p:nvSpPr>
        <p:spPr>
          <a:xfrm>
            <a:off x="9065944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500" dirty="0">
                <a:solidFill>
                  <a:schemeClr val="bg1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54938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50" r:id="rId4"/>
    <p:sldLayoutId id="2147483851" r:id="rId5"/>
    <p:sldLayoutId id="2147483823" r:id="rId6"/>
    <p:sldLayoutId id="2147483852" r:id="rId7"/>
  </p:sldLayoutIdLst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kumimoji="1" sz="8800" kern="1200">
          <a:solidFill>
            <a:schemeClr val="bg1"/>
          </a:solidFill>
          <a:latin typeface="+mj-ea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kumimoji="1" sz="5600" kern="1200">
          <a:solidFill>
            <a:schemeClr val="bg1"/>
          </a:solidFill>
          <a:latin typeface="+mn-ea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13" Type="http://schemas.openxmlformats.org/officeDocument/2006/relationships/image" Target="../media/image10.svg"/><Relationship Id="rId18" Type="http://schemas.openxmlformats.org/officeDocument/2006/relationships/image" Target="../media/image15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4.svg"/><Relationship Id="rId12" Type="http://schemas.openxmlformats.org/officeDocument/2006/relationships/image" Target="../media/image9.svg"/><Relationship Id="rId17" Type="http://schemas.openxmlformats.org/officeDocument/2006/relationships/image" Target="../media/image14.svg"/><Relationship Id="rId2" Type="http://schemas.openxmlformats.org/officeDocument/2006/relationships/diagramData" Target="../diagrams/data1.xml"/><Relationship Id="rId16" Type="http://schemas.openxmlformats.org/officeDocument/2006/relationships/image" Target="../media/image13.svg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11" Type="http://schemas.openxmlformats.org/officeDocument/2006/relationships/image" Target="../media/image8.svg"/><Relationship Id="rId5" Type="http://schemas.openxmlformats.org/officeDocument/2006/relationships/diagramColors" Target="../diagrams/colors1.xml"/><Relationship Id="rId15" Type="http://schemas.openxmlformats.org/officeDocument/2006/relationships/image" Target="../media/image12.svg"/><Relationship Id="rId10" Type="http://schemas.openxmlformats.org/officeDocument/2006/relationships/image" Target="../media/image7.png"/><Relationship Id="rId19" Type="http://schemas.openxmlformats.org/officeDocument/2006/relationships/image" Target="../media/image16.sv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6.svg"/><Relationship Id="rId14" Type="http://schemas.openxmlformats.org/officeDocument/2006/relationships/image" Target="../media/image1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1D4FA6-506E-D910-9848-DA476E859D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 err="1"/>
              <a:t>ImageFlux</a:t>
            </a:r>
            <a:r>
              <a:rPr kumimoji="1" lang="en-US" altLang="ja-JP" dirty="0"/>
              <a:t> Live Streaming</a:t>
            </a:r>
            <a:br>
              <a:rPr kumimoji="1" lang="en-US" altLang="ja-JP" dirty="0"/>
            </a:br>
            <a:r>
              <a:rPr lang="en-US" altLang="ja-JP" dirty="0"/>
              <a:t>×</a:t>
            </a:r>
            <a:br>
              <a:rPr lang="en-US" altLang="ja-JP" dirty="0"/>
            </a:br>
            <a:r>
              <a:rPr lang="ja-JP" altLang="en-US" dirty="0"/>
              <a:t>さくらの</a:t>
            </a:r>
            <a:r>
              <a:rPr lang="en-US" altLang="ja-JP" dirty="0"/>
              <a:t>AI Engine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BD3B655-6B12-979A-3D9D-DF7E4D17F0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 altLang="en-US" dirty="0"/>
              <a:t>録画自動文字起こし</a:t>
            </a:r>
            <a:r>
              <a:rPr lang="en-US" altLang="ja-JP" dirty="0"/>
              <a:t>&amp;</a:t>
            </a:r>
            <a:r>
              <a:rPr lang="ja-JP" altLang="en-US"/>
              <a:t>要約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44881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6514041E-494C-500D-6D1B-76774DB34B7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ja-JP" dirty="0" err="1"/>
              <a:t>ImageFlux</a:t>
            </a:r>
            <a:r>
              <a:rPr kumimoji="1" lang="en-US" altLang="ja-JP" dirty="0"/>
              <a:t> Live Streaming × </a:t>
            </a:r>
            <a:r>
              <a:rPr kumimoji="1" lang="ja-JP" altLang="en-US" dirty="0"/>
              <a:t>さくらの</a:t>
            </a:r>
            <a:r>
              <a:rPr kumimoji="1" lang="en-US" altLang="ja-JP" dirty="0"/>
              <a:t>AI Engine</a:t>
            </a:r>
            <a:r>
              <a:rPr kumimoji="1" lang="ja-JP" altLang="en-US"/>
              <a:t>構成図</a:t>
            </a:r>
            <a:endParaRPr kumimoji="1" lang="ja-JP" altLang="en-US" dirty="0"/>
          </a:p>
        </p:txBody>
      </p:sp>
      <p:graphicFrame>
        <p:nvGraphicFramePr>
          <p:cNvPr id="106" name="図表 105">
            <a:extLst>
              <a:ext uri="{FF2B5EF4-FFF2-40B4-BE49-F238E27FC236}">
                <a16:creationId xmlns:a16="http://schemas.microsoft.com/office/drawing/2014/main" id="{1325D288-8AE4-48A9-7DDC-034ABCEBEA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71321863"/>
              </p:ext>
            </p:extLst>
          </p:nvPr>
        </p:nvGraphicFramePr>
        <p:xfrm>
          <a:off x="18056475" y="0"/>
          <a:ext cx="6325938" cy="13716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102" name="グループ化 101">
            <a:extLst>
              <a:ext uri="{FF2B5EF4-FFF2-40B4-BE49-F238E27FC236}">
                <a16:creationId xmlns:a16="http://schemas.microsoft.com/office/drawing/2014/main" id="{4FA13AAF-09D1-58DE-F2FD-C3BF3244B555}"/>
              </a:ext>
            </a:extLst>
          </p:cNvPr>
          <p:cNvGrpSpPr/>
          <p:nvPr/>
        </p:nvGrpSpPr>
        <p:grpSpPr>
          <a:xfrm>
            <a:off x="3653159" y="1690687"/>
            <a:ext cx="5764036" cy="5552628"/>
            <a:chOff x="6153581" y="2196378"/>
            <a:chExt cx="5764036" cy="5552628"/>
          </a:xfrm>
        </p:grpSpPr>
        <p:sp>
          <p:nvSpPr>
            <p:cNvPr id="101" name="四角形: 角を丸くする 100">
              <a:extLst>
                <a:ext uri="{FF2B5EF4-FFF2-40B4-BE49-F238E27FC236}">
                  <a16:creationId xmlns:a16="http://schemas.microsoft.com/office/drawing/2014/main" id="{59875B07-0692-8994-9E4A-7D850BF627CB}"/>
                </a:ext>
              </a:extLst>
            </p:cNvPr>
            <p:cNvSpPr/>
            <p:nvPr/>
          </p:nvSpPr>
          <p:spPr>
            <a:xfrm>
              <a:off x="6153581" y="2348778"/>
              <a:ext cx="2880000" cy="5400228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0" name="四角形: 角を丸くする 99">
              <a:extLst>
                <a:ext uri="{FF2B5EF4-FFF2-40B4-BE49-F238E27FC236}">
                  <a16:creationId xmlns:a16="http://schemas.microsoft.com/office/drawing/2014/main" id="{45E5A58F-F7B8-A4C2-A568-F1BC7CE9D705}"/>
                </a:ext>
              </a:extLst>
            </p:cNvPr>
            <p:cNvSpPr/>
            <p:nvPr/>
          </p:nvSpPr>
          <p:spPr>
            <a:xfrm>
              <a:off x="6157617" y="2196378"/>
              <a:ext cx="5760000" cy="2880000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pic>
        <p:nvPicPr>
          <p:cNvPr id="5" name="グラフィックス 4">
            <a:extLst>
              <a:ext uri="{FF2B5EF4-FFF2-40B4-BE49-F238E27FC236}">
                <a16:creationId xmlns:a16="http://schemas.microsoft.com/office/drawing/2014/main" id="{D6ED9FC4-8DCB-4509-BED3-5BC4DA9ACF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55177" y="2190910"/>
            <a:ext cx="1440000" cy="1440000"/>
          </a:xfrm>
          <a:prstGeom prst="rect">
            <a:avLst/>
          </a:prstGeom>
        </p:spPr>
      </p:pic>
      <p:pic>
        <p:nvPicPr>
          <p:cNvPr id="7" name="グラフィックス 6">
            <a:extLst>
              <a:ext uri="{FF2B5EF4-FFF2-40B4-BE49-F238E27FC236}">
                <a16:creationId xmlns:a16="http://schemas.microsoft.com/office/drawing/2014/main" id="{DFC2B69B-68FE-1C08-1BA9-8ADC28C906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75177" y="2190910"/>
            <a:ext cx="1440000" cy="1440000"/>
          </a:xfrm>
          <a:prstGeom prst="rect">
            <a:avLst/>
          </a:prstGeom>
        </p:spPr>
      </p:pic>
      <p:pic>
        <p:nvPicPr>
          <p:cNvPr id="9" name="グラフィックス 8">
            <a:extLst>
              <a:ext uri="{FF2B5EF4-FFF2-40B4-BE49-F238E27FC236}">
                <a16:creationId xmlns:a16="http://schemas.microsoft.com/office/drawing/2014/main" id="{2269FA48-36D7-0FFA-3E49-93EEC49AAF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75177" y="5077848"/>
            <a:ext cx="1440000" cy="1440000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7AF7DCB5-898A-691B-4861-4C87C46C3E6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75177" y="10851724"/>
            <a:ext cx="1440000" cy="1440000"/>
          </a:xfrm>
          <a:prstGeom prst="rect">
            <a:avLst/>
          </a:prstGeom>
        </p:spPr>
      </p:pic>
      <p:pic>
        <p:nvPicPr>
          <p:cNvPr id="13" name="グラフィックス 12">
            <a:extLst>
              <a:ext uri="{FF2B5EF4-FFF2-40B4-BE49-F238E27FC236}">
                <a16:creationId xmlns:a16="http://schemas.microsoft.com/office/drawing/2014/main" id="{2F5CB7DA-0C09-38A8-06A1-C44D9FBA9A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255177" y="7964786"/>
            <a:ext cx="1440000" cy="1440000"/>
          </a:xfrm>
          <a:prstGeom prst="rect">
            <a:avLst/>
          </a:prstGeom>
        </p:spPr>
      </p:pic>
      <p:pic>
        <p:nvPicPr>
          <p:cNvPr id="15" name="グラフィックス 14">
            <a:extLst>
              <a:ext uri="{FF2B5EF4-FFF2-40B4-BE49-F238E27FC236}">
                <a16:creationId xmlns:a16="http://schemas.microsoft.com/office/drawing/2014/main" id="{6E6DAAF4-313B-6FCC-E978-52D71DE5D7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3015177" y="7964786"/>
            <a:ext cx="1440000" cy="1440000"/>
          </a:xfrm>
          <a:prstGeom prst="rect">
            <a:avLst/>
          </a:prstGeom>
        </p:spPr>
      </p:pic>
      <p:pic>
        <p:nvPicPr>
          <p:cNvPr id="17" name="グラフィックス 16">
            <a:extLst>
              <a:ext uri="{FF2B5EF4-FFF2-40B4-BE49-F238E27FC236}">
                <a16:creationId xmlns:a16="http://schemas.microsoft.com/office/drawing/2014/main" id="{889A026B-9E27-D287-47C3-ABE0684288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135177" y="7964786"/>
            <a:ext cx="1440000" cy="1440000"/>
          </a:xfrm>
          <a:prstGeom prst="rect">
            <a:avLst/>
          </a:prstGeom>
        </p:spPr>
      </p:pic>
      <p:pic>
        <p:nvPicPr>
          <p:cNvPr id="19" name="グラフィックス 18">
            <a:extLst>
              <a:ext uri="{FF2B5EF4-FFF2-40B4-BE49-F238E27FC236}">
                <a16:creationId xmlns:a16="http://schemas.microsoft.com/office/drawing/2014/main" id="{4563C8B0-7340-5DE5-D5B2-3CAF6584C4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75177" y="7964786"/>
            <a:ext cx="1440000" cy="1440000"/>
          </a:xfrm>
          <a:prstGeom prst="rect">
            <a:avLst/>
          </a:prstGeom>
        </p:spPr>
      </p:pic>
      <p:pic>
        <p:nvPicPr>
          <p:cNvPr id="21" name="グラフィックス 20">
            <a:extLst>
              <a:ext uri="{FF2B5EF4-FFF2-40B4-BE49-F238E27FC236}">
                <a16:creationId xmlns:a16="http://schemas.microsoft.com/office/drawing/2014/main" id="{66D117A1-C5E4-492B-8210-E012A7F41F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3015177" y="2190910"/>
            <a:ext cx="1440000" cy="1440000"/>
          </a:xfrm>
          <a:prstGeom prst="rect">
            <a:avLst/>
          </a:prstGeom>
        </p:spPr>
      </p:pic>
      <p:pic>
        <p:nvPicPr>
          <p:cNvPr id="23" name="グラフィックス 22">
            <a:extLst>
              <a:ext uri="{FF2B5EF4-FFF2-40B4-BE49-F238E27FC236}">
                <a16:creationId xmlns:a16="http://schemas.microsoft.com/office/drawing/2014/main" id="{3D17DABC-7E4A-4C87-6452-ACED4CEBD6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255177" y="10851724"/>
            <a:ext cx="1440000" cy="1440000"/>
          </a:xfrm>
          <a:prstGeom prst="rect">
            <a:avLst/>
          </a:prstGeom>
        </p:spPr>
      </p:pic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1E4FD6B1-46BF-BAC2-974B-1B9196D0199F}"/>
              </a:ext>
            </a:extLst>
          </p:cNvPr>
          <p:cNvSpPr txBox="1"/>
          <p:nvPr/>
        </p:nvSpPr>
        <p:spPr>
          <a:xfrm>
            <a:off x="4015177" y="3630910"/>
            <a:ext cx="216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>
                <a:solidFill>
                  <a:schemeClr val="bg1"/>
                </a:solidFill>
              </a:rPr>
              <a:t>さくらのウェブ</a:t>
            </a:r>
            <a:br>
              <a:rPr kumimoji="1" lang="en-US" altLang="ja-JP" dirty="0">
                <a:solidFill>
                  <a:schemeClr val="bg1"/>
                </a:solidFill>
              </a:rPr>
            </a:br>
            <a:r>
              <a:rPr kumimoji="1" lang="ja-JP" altLang="en-US" dirty="0">
                <a:solidFill>
                  <a:schemeClr val="bg1"/>
                </a:solidFill>
              </a:rPr>
              <a:t>アクセラレータ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4EDF7E9A-333D-A809-5B96-159B88EADF4C}"/>
              </a:ext>
            </a:extLst>
          </p:cNvPr>
          <p:cNvSpPr txBox="1"/>
          <p:nvPr/>
        </p:nvSpPr>
        <p:spPr>
          <a:xfrm>
            <a:off x="4015177" y="6517848"/>
            <a:ext cx="21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 err="1">
                <a:solidFill>
                  <a:schemeClr val="bg1"/>
                </a:solidFill>
              </a:rPr>
              <a:t>AppRun</a:t>
            </a:r>
            <a:r>
              <a:rPr kumimoji="1" lang="ja-JP" altLang="en-US" dirty="0">
                <a:solidFill>
                  <a:schemeClr val="bg1"/>
                </a:solidFill>
              </a:rPr>
              <a:t>共用型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21953237-669B-EC7E-292B-E3ED09320DE1}"/>
              </a:ext>
            </a:extLst>
          </p:cNvPr>
          <p:cNvSpPr txBox="1"/>
          <p:nvPr/>
        </p:nvSpPr>
        <p:spPr>
          <a:xfrm>
            <a:off x="4015177" y="9404786"/>
            <a:ext cx="21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 err="1"/>
              <a:t>AppRun</a:t>
            </a:r>
            <a:r>
              <a:rPr kumimoji="1" lang="ja-JP" altLang="en-US" dirty="0"/>
              <a:t>共用型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48793116-D311-2D79-DDCF-700448B50606}"/>
              </a:ext>
            </a:extLst>
          </p:cNvPr>
          <p:cNvSpPr txBox="1"/>
          <p:nvPr/>
        </p:nvSpPr>
        <p:spPr>
          <a:xfrm>
            <a:off x="6895177" y="3630910"/>
            <a:ext cx="216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>
                <a:solidFill>
                  <a:schemeClr val="bg1"/>
                </a:solidFill>
              </a:rPr>
              <a:t>オブジェクト</a:t>
            </a:r>
            <a:br>
              <a:rPr kumimoji="1" lang="en-US" altLang="ja-JP" dirty="0">
                <a:solidFill>
                  <a:schemeClr val="bg1"/>
                </a:solidFill>
              </a:rPr>
            </a:br>
            <a:r>
              <a:rPr kumimoji="1" lang="ja-JP" altLang="en-US" dirty="0">
                <a:solidFill>
                  <a:schemeClr val="bg1"/>
                </a:solidFill>
              </a:rPr>
              <a:t>ストレージ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66D8902A-7737-24AD-4822-102EB8DD38AD}"/>
              </a:ext>
            </a:extLst>
          </p:cNvPr>
          <p:cNvSpPr txBox="1"/>
          <p:nvPr/>
        </p:nvSpPr>
        <p:spPr>
          <a:xfrm>
            <a:off x="6895177" y="12291724"/>
            <a:ext cx="216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モニタリング</a:t>
            </a:r>
            <a:br>
              <a:rPr kumimoji="1" lang="en-US" altLang="ja-JP" dirty="0"/>
            </a:br>
            <a:r>
              <a:rPr kumimoji="1" lang="ja-JP" altLang="en-US" dirty="0"/>
              <a:t>スイート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056CE164-233D-D0E6-14CB-78A91B8974B3}"/>
              </a:ext>
            </a:extLst>
          </p:cNvPr>
          <p:cNvSpPr txBox="1"/>
          <p:nvPr/>
        </p:nvSpPr>
        <p:spPr>
          <a:xfrm>
            <a:off x="6895177" y="9404786"/>
            <a:ext cx="21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シンプル</a:t>
            </a:r>
            <a:r>
              <a:rPr kumimoji="1" lang="en-US" altLang="ja-JP" dirty="0"/>
              <a:t>MQ</a:t>
            </a:r>
            <a:endParaRPr kumimoji="1" lang="ja-JP" altLang="en-US" dirty="0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2DA268EB-C1F9-C781-A515-51EB4B55C522}"/>
              </a:ext>
            </a:extLst>
          </p:cNvPr>
          <p:cNvSpPr txBox="1"/>
          <p:nvPr/>
        </p:nvSpPr>
        <p:spPr>
          <a:xfrm>
            <a:off x="10951156" y="9411724"/>
            <a:ext cx="894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サーバ</a:t>
            </a:r>
          </a:p>
        </p:txBody>
      </p:sp>
      <p:pic>
        <p:nvPicPr>
          <p:cNvPr id="38" name="グラフィックス 37">
            <a:extLst>
              <a:ext uri="{FF2B5EF4-FFF2-40B4-BE49-F238E27FC236}">
                <a16:creationId xmlns:a16="http://schemas.microsoft.com/office/drawing/2014/main" id="{651419AB-B871-F965-4676-2D41E5ACD6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3015177" y="5077848"/>
            <a:ext cx="1440000" cy="1440000"/>
          </a:xfrm>
          <a:prstGeom prst="rect">
            <a:avLst/>
          </a:prstGeom>
        </p:spPr>
      </p:pic>
      <p:cxnSp>
        <p:nvCxnSpPr>
          <p:cNvPr id="40" name="直線矢印コネクタ 39">
            <a:extLst>
              <a:ext uri="{FF2B5EF4-FFF2-40B4-BE49-F238E27FC236}">
                <a16:creationId xmlns:a16="http://schemas.microsoft.com/office/drawing/2014/main" id="{399C15FF-A17D-0660-85E2-6A7E2612CBBB}"/>
              </a:ext>
            </a:extLst>
          </p:cNvPr>
          <p:cNvCxnSpPr>
            <a:cxnSpLocks/>
            <a:stCxn id="5" idx="1"/>
            <a:endCxn id="7" idx="3"/>
          </p:cNvCxnSpPr>
          <p:nvPr/>
        </p:nvCxnSpPr>
        <p:spPr>
          <a:xfrm flipH="1">
            <a:off x="5815177" y="2910910"/>
            <a:ext cx="1440000" cy="0"/>
          </a:xfrm>
          <a:prstGeom prst="straightConnector1">
            <a:avLst/>
          </a:prstGeom>
          <a:ln w="7620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グループ化 50">
            <a:extLst>
              <a:ext uri="{FF2B5EF4-FFF2-40B4-BE49-F238E27FC236}">
                <a16:creationId xmlns:a16="http://schemas.microsoft.com/office/drawing/2014/main" id="{E84C9235-9EC8-5D00-25BE-3B5C644E2B21}"/>
              </a:ext>
            </a:extLst>
          </p:cNvPr>
          <p:cNvGrpSpPr/>
          <p:nvPr/>
        </p:nvGrpSpPr>
        <p:grpSpPr>
          <a:xfrm>
            <a:off x="6535176" y="4422100"/>
            <a:ext cx="2880001" cy="2751496"/>
            <a:chOff x="8814881" y="4699163"/>
            <a:chExt cx="2880001" cy="2751496"/>
          </a:xfrm>
        </p:grpSpPr>
        <p:pic>
          <p:nvPicPr>
            <p:cNvPr id="36" name="グラフィックス 35">
              <a:extLst>
                <a:ext uri="{FF2B5EF4-FFF2-40B4-BE49-F238E27FC236}">
                  <a16:creationId xmlns:a16="http://schemas.microsoft.com/office/drawing/2014/main" id="{892571D4-5671-0DD2-B5E6-0D0A5519414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8814881" y="4699163"/>
              <a:ext cx="2880000" cy="2751496"/>
            </a:xfrm>
            <a:prstGeom prst="rect">
              <a:avLst/>
            </a:prstGeom>
          </p:spPr>
        </p:pic>
        <p:sp>
          <p:nvSpPr>
            <p:cNvPr id="50" name="正方形/長方形 49">
              <a:extLst>
                <a:ext uri="{FF2B5EF4-FFF2-40B4-BE49-F238E27FC236}">
                  <a16:creationId xmlns:a16="http://schemas.microsoft.com/office/drawing/2014/main" id="{C174DEE7-549E-95C7-B45C-D17438252CCB}"/>
                </a:ext>
              </a:extLst>
            </p:cNvPr>
            <p:cNvSpPr/>
            <p:nvPr/>
          </p:nvSpPr>
          <p:spPr>
            <a:xfrm>
              <a:off x="8816900" y="4699163"/>
              <a:ext cx="2877982" cy="275149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8685C659-D27A-4A4C-4067-E97850F2994F}"/>
              </a:ext>
            </a:extLst>
          </p:cNvPr>
          <p:cNvCxnSpPr>
            <a:cxnSpLocks/>
            <a:stCxn id="50" idx="1"/>
            <a:endCxn id="9" idx="3"/>
          </p:cNvCxnSpPr>
          <p:nvPr/>
        </p:nvCxnSpPr>
        <p:spPr>
          <a:xfrm flipH="1">
            <a:off x="5815177" y="5797848"/>
            <a:ext cx="722018" cy="0"/>
          </a:xfrm>
          <a:prstGeom prst="straightConnector1">
            <a:avLst/>
          </a:prstGeom>
          <a:ln w="76200">
            <a:solidFill>
              <a:schemeClr val="bg2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コネクタ: カギ線 61">
            <a:extLst>
              <a:ext uri="{FF2B5EF4-FFF2-40B4-BE49-F238E27FC236}">
                <a16:creationId xmlns:a16="http://schemas.microsoft.com/office/drawing/2014/main" id="{F4E27847-69D2-CF0D-B343-BBA630049C06}"/>
              </a:ext>
            </a:extLst>
          </p:cNvPr>
          <p:cNvCxnSpPr>
            <a:cxnSpLocks/>
            <a:stCxn id="19" idx="0"/>
            <a:endCxn id="50" idx="2"/>
          </p:cNvCxnSpPr>
          <p:nvPr/>
        </p:nvCxnSpPr>
        <p:spPr>
          <a:xfrm rot="5400000" flipH="1" flipV="1">
            <a:off x="6140086" y="6128687"/>
            <a:ext cx="791190" cy="2881009"/>
          </a:xfrm>
          <a:prstGeom prst="bentConnector3">
            <a:avLst>
              <a:gd name="adj1" fmla="val 50000"/>
            </a:avLst>
          </a:prstGeom>
          <a:ln w="76200">
            <a:solidFill>
              <a:schemeClr val="bg2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0F014366-78D8-7635-2DD9-982A65CCD897}"/>
              </a:ext>
            </a:extLst>
          </p:cNvPr>
          <p:cNvCxnSpPr>
            <a:cxnSpLocks/>
            <a:stCxn id="19" idx="3"/>
            <a:endCxn id="13" idx="1"/>
          </p:cNvCxnSpPr>
          <p:nvPr/>
        </p:nvCxnSpPr>
        <p:spPr>
          <a:xfrm>
            <a:off x="5815177" y="8684786"/>
            <a:ext cx="1440000" cy="0"/>
          </a:xfrm>
          <a:prstGeom prst="straightConnector1">
            <a:avLst/>
          </a:prstGeom>
          <a:ln w="7620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矢印コネクタ 67">
            <a:extLst>
              <a:ext uri="{FF2B5EF4-FFF2-40B4-BE49-F238E27FC236}">
                <a16:creationId xmlns:a16="http://schemas.microsoft.com/office/drawing/2014/main" id="{A666D5FA-C0C1-F95E-E530-A2A2E4925DB2}"/>
              </a:ext>
            </a:extLst>
          </p:cNvPr>
          <p:cNvCxnSpPr>
            <a:cxnSpLocks/>
            <a:stCxn id="13" idx="3"/>
            <a:endCxn id="17" idx="1"/>
          </p:cNvCxnSpPr>
          <p:nvPr/>
        </p:nvCxnSpPr>
        <p:spPr>
          <a:xfrm>
            <a:off x="8695177" y="8684786"/>
            <a:ext cx="1440000" cy="0"/>
          </a:xfrm>
          <a:prstGeom prst="straightConnector1">
            <a:avLst/>
          </a:prstGeom>
          <a:ln w="76200">
            <a:solidFill>
              <a:schemeClr val="bg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矢印コネクタ 72">
            <a:extLst>
              <a:ext uri="{FF2B5EF4-FFF2-40B4-BE49-F238E27FC236}">
                <a16:creationId xmlns:a16="http://schemas.microsoft.com/office/drawing/2014/main" id="{14B3EB83-96B6-506D-BB3D-CF10557C3842}"/>
              </a:ext>
            </a:extLst>
          </p:cNvPr>
          <p:cNvCxnSpPr>
            <a:cxnSpLocks/>
            <a:stCxn id="17" idx="3"/>
            <a:endCxn id="15" idx="1"/>
          </p:cNvCxnSpPr>
          <p:nvPr/>
        </p:nvCxnSpPr>
        <p:spPr>
          <a:xfrm>
            <a:off x="11575177" y="8684786"/>
            <a:ext cx="1440000" cy="0"/>
          </a:xfrm>
          <a:prstGeom prst="straightConnector1">
            <a:avLst/>
          </a:prstGeom>
          <a:ln w="7620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矢印コネクタ 82">
            <a:extLst>
              <a:ext uri="{FF2B5EF4-FFF2-40B4-BE49-F238E27FC236}">
                <a16:creationId xmlns:a16="http://schemas.microsoft.com/office/drawing/2014/main" id="{CEDF54B7-5630-0260-E3CC-58E01D1260BC}"/>
              </a:ext>
            </a:extLst>
          </p:cNvPr>
          <p:cNvCxnSpPr>
            <a:cxnSpLocks/>
            <a:endCxn id="17" idx="0"/>
          </p:cNvCxnSpPr>
          <p:nvPr/>
        </p:nvCxnSpPr>
        <p:spPr>
          <a:xfrm flipH="1">
            <a:off x="10855177" y="6517848"/>
            <a:ext cx="4036" cy="1446938"/>
          </a:xfrm>
          <a:prstGeom prst="straightConnector1">
            <a:avLst/>
          </a:prstGeom>
          <a:ln w="76200">
            <a:solidFill>
              <a:schemeClr val="bg2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テキスト ボックス 85">
            <a:extLst>
              <a:ext uri="{FF2B5EF4-FFF2-40B4-BE49-F238E27FC236}">
                <a16:creationId xmlns:a16="http://schemas.microsoft.com/office/drawing/2014/main" id="{522E2B3B-5C52-A21D-93D0-0E014C2D6D21}"/>
              </a:ext>
            </a:extLst>
          </p:cNvPr>
          <p:cNvSpPr txBox="1"/>
          <p:nvPr/>
        </p:nvSpPr>
        <p:spPr>
          <a:xfrm>
            <a:off x="12655177" y="9404786"/>
            <a:ext cx="21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シンプル通知</a:t>
            </a:r>
          </a:p>
        </p:txBody>
      </p:sp>
      <p:sp>
        <p:nvSpPr>
          <p:cNvPr id="87" name="テキスト ボックス 86">
            <a:extLst>
              <a:ext uri="{FF2B5EF4-FFF2-40B4-BE49-F238E27FC236}">
                <a16:creationId xmlns:a16="http://schemas.microsoft.com/office/drawing/2014/main" id="{A4BB7251-4CC6-D3F6-C167-7019C650E32B}"/>
              </a:ext>
            </a:extLst>
          </p:cNvPr>
          <p:cNvSpPr txBox="1"/>
          <p:nvPr/>
        </p:nvSpPr>
        <p:spPr>
          <a:xfrm>
            <a:off x="12655177" y="3630910"/>
            <a:ext cx="21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IAM</a:t>
            </a:r>
            <a:endParaRPr kumimoji="1" lang="ja-JP" altLang="en-US" dirty="0"/>
          </a:p>
        </p:txBody>
      </p:sp>
      <p:sp>
        <p:nvSpPr>
          <p:cNvPr id="88" name="テキスト ボックス 87">
            <a:extLst>
              <a:ext uri="{FF2B5EF4-FFF2-40B4-BE49-F238E27FC236}">
                <a16:creationId xmlns:a16="http://schemas.microsoft.com/office/drawing/2014/main" id="{8A9FBCDA-6A1E-F84C-E179-BC92A055F257}"/>
              </a:ext>
            </a:extLst>
          </p:cNvPr>
          <p:cNvSpPr txBox="1"/>
          <p:nvPr/>
        </p:nvSpPr>
        <p:spPr>
          <a:xfrm>
            <a:off x="4015176" y="12293195"/>
            <a:ext cx="216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コンテナ</a:t>
            </a:r>
            <a:br>
              <a:rPr kumimoji="1" lang="en-US" altLang="ja-JP" dirty="0"/>
            </a:br>
            <a:r>
              <a:rPr kumimoji="1" lang="ja-JP" altLang="en-US" dirty="0"/>
              <a:t>レジストリ</a:t>
            </a:r>
          </a:p>
        </p:txBody>
      </p:sp>
      <p:cxnSp>
        <p:nvCxnSpPr>
          <p:cNvPr id="89" name="コネクタ: カギ線 88">
            <a:extLst>
              <a:ext uri="{FF2B5EF4-FFF2-40B4-BE49-F238E27FC236}">
                <a16:creationId xmlns:a16="http://schemas.microsoft.com/office/drawing/2014/main" id="{0E9BA8E7-371E-4445-3D20-156FD04009CD}"/>
              </a:ext>
            </a:extLst>
          </p:cNvPr>
          <p:cNvCxnSpPr>
            <a:cxnSpLocks/>
            <a:stCxn id="19" idx="1"/>
            <a:endCxn id="11" idx="1"/>
          </p:cNvCxnSpPr>
          <p:nvPr/>
        </p:nvCxnSpPr>
        <p:spPr>
          <a:xfrm rot="10800000" flipV="1">
            <a:off x="4375177" y="8684786"/>
            <a:ext cx="12700" cy="2886938"/>
          </a:xfrm>
          <a:prstGeom prst="bentConnector3">
            <a:avLst>
              <a:gd name="adj1" fmla="val 1800000"/>
            </a:avLst>
          </a:prstGeom>
          <a:ln w="76200">
            <a:solidFill>
              <a:schemeClr val="bg2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コネクタ: カギ線 94">
            <a:extLst>
              <a:ext uri="{FF2B5EF4-FFF2-40B4-BE49-F238E27FC236}">
                <a16:creationId xmlns:a16="http://schemas.microsoft.com/office/drawing/2014/main" id="{513CB4D2-CB98-3D02-C2F1-F3C40C5299C0}"/>
              </a:ext>
            </a:extLst>
          </p:cNvPr>
          <p:cNvCxnSpPr>
            <a:cxnSpLocks/>
            <a:stCxn id="23" idx="1"/>
            <a:endCxn id="19" idx="3"/>
          </p:cNvCxnSpPr>
          <p:nvPr/>
        </p:nvCxnSpPr>
        <p:spPr>
          <a:xfrm rot="10800000">
            <a:off x="5815177" y="8684786"/>
            <a:ext cx="1440000" cy="2886938"/>
          </a:xfrm>
          <a:prstGeom prst="bentConnector3">
            <a:avLst>
              <a:gd name="adj1" fmla="val 50000"/>
            </a:avLst>
          </a:prstGeom>
          <a:ln w="76200">
            <a:solidFill>
              <a:schemeClr val="bg2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テキスト ボックス 102">
            <a:extLst>
              <a:ext uri="{FF2B5EF4-FFF2-40B4-BE49-F238E27FC236}">
                <a16:creationId xmlns:a16="http://schemas.microsoft.com/office/drawing/2014/main" id="{D7C8F0F0-5447-7C42-73DA-2808863BABF1}"/>
              </a:ext>
            </a:extLst>
          </p:cNvPr>
          <p:cNvSpPr txBox="1"/>
          <p:nvPr/>
        </p:nvSpPr>
        <p:spPr>
          <a:xfrm>
            <a:off x="4917195" y="1690687"/>
            <a:ext cx="324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>
                <a:solidFill>
                  <a:schemeClr val="bg1"/>
                </a:solidFill>
              </a:rPr>
              <a:t>既存デモサイト</a:t>
            </a:r>
          </a:p>
        </p:txBody>
      </p:sp>
      <p:pic>
        <p:nvPicPr>
          <p:cNvPr id="108" name="グラフィックス 107">
            <a:extLst>
              <a:ext uri="{FF2B5EF4-FFF2-40B4-BE49-F238E27FC236}">
                <a16:creationId xmlns:a16="http://schemas.microsoft.com/office/drawing/2014/main" id="{54EB2655-F8EE-254A-CA21-E376A3D60C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31140" y="5074379"/>
            <a:ext cx="1440000" cy="1440000"/>
          </a:xfrm>
          <a:prstGeom prst="rect">
            <a:avLst/>
          </a:prstGeom>
        </p:spPr>
      </p:pic>
      <p:cxnSp>
        <p:nvCxnSpPr>
          <p:cNvPr id="111" name="コネクタ: カギ線 110">
            <a:extLst>
              <a:ext uri="{FF2B5EF4-FFF2-40B4-BE49-F238E27FC236}">
                <a16:creationId xmlns:a16="http://schemas.microsoft.com/office/drawing/2014/main" id="{18428D66-E404-B16D-B0ED-F9BFAE46E0A5}"/>
              </a:ext>
            </a:extLst>
          </p:cNvPr>
          <p:cNvCxnSpPr>
            <a:cxnSpLocks/>
            <a:stCxn id="17" idx="0"/>
            <a:endCxn id="38" idx="2"/>
          </p:cNvCxnSpPr>
          <p:nvPr/>
        </p:nvCxnSpPr>
        <p:spPr>
          <a:xfrm rot="5400000" flipH="1" flipV="1">
            <a:off x="11571708" y="5801317"/>
            <a:ext cx="1446938" cy="2880000"/>
          </a:xfrm>
          <a:prstGeom prst="bentConnector3">
            <a:avLst>
              <a:gd name="adj1" fmla="val 50000"/>
            </a:avLst>
          </a:prstGeom>
          <a:ln w="76200">
            <a:solidFill>
              <a:schemeClr val="bg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線矢印コネクタ 118">
            <a:extLst>
              <a:ext uri="{FF2B5EF4-FFF2-40B4-BE49-F238E27FC236}">
                <a16:creationId xmlns:a16="http://schemas.microsoft.com/office/drawing/2014/main" id="{60A36F8B-A691-CA99-1046-58124E87DF8A}"/>
              </a:ext>
            </a:extLst>
          </p:cNvPr>
          <p:cNvCxnSpPr>
            <a:cxnSpLocks/>
            <a:stCxn id="50" idx="3"/>
            <a:endCxn id="108" idx="1"/>
          </p:cNvCxnSpPr>
          <p:nvPr/>
        </p:nvCxnSpPr>
        <p:spPr>
          <a:xfrm flipV="1">
            <a:off x="9415177" y="5794379"/>
            <a:ext cx="715963" cy="3469"/>
          </a:xfrm>
          <a:prstGeom prst="straightConnector1">
            <a:avLst/>
          </a:prstGeom>
          <a:ln w="7620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グラフィックス 3">
            <a:extLst>
              <a:ext uri="{FF2B5EF4-FFF2-40B4-BE49-F238E27FC236}">
                <a16:creationId xmlns:a16="http://schemas.microsoft.com/office/drawing/2014/main" id="{FE0D4D9F-3516-4BF1-0061-EA71EEFC29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133878" y="10853195"/>
            <a:ext cx="1440000" cy="1440000"/>
          </a:xfrm>
          <a:prstGeom prst="rect">
            <a:avLst/>
          </a:prstGeom>
        </p:spPr>
      </p:pic>
      <p:pic>
        <p:nvPicPr>
          <p:cNvPr id="8" name="グラフィックス 7">
            <a:extLst>
              <a:ext uri="{FF2B5EF4-FFF2-40B4-BE49-F238E27FC236}">
                <a16:creationId xmlns:a16="http://schemas.microsoft.com/office/drawing/2014/main" id="{19128A85-A5AC-E9EB-BA5F-86D8F7396F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3009262" y="10844786"/>
            <a:ext cx="1440000" cy="1440000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6F0A33E-CA7F-61E2-D01F-740D72866CE7}"/>
              </a:ext>
            </a:extLst>
          </p:cNvPr>
          <p:cNvSpPr txBox="1"/>
          <p:nvPr/>
        </p:nvSpPr>
        <p:spPr>
          <a:xfrm>
            <a:off x="9782389" y="12293195"/>
            <a:ext cx="21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KMS</a:t>
            </a:r>
            <a:endParaRPr kumimoji="1" lang="ja-JP" altLang="en-US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652E62A-D446-EC5B-F0E3-85ADE834EBF0}"/>
              </a:ext>
            </a:extLst>
          </p:cNvPr>
          <p:cNvSpPr txBox="1"/>
          <p:nvPr/>
        </p:nvSpPr>
        <p:spPr>
          <a:xfrm>
            <a:off x="12649262" y="12284786"/>
            <a:ext cx="21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パケットフィルタ</a:t>
            </a:r>
          </a:p>
        </p:txBody>
      </p:sp>
      <p:cxnSp>
        <p:nvCxnSpPr>
          <p:cNvPr id="14" name="コネクタ: カギ線 13">
            <a:extLst>
              <a:ext uri="{FF2B5EF4-FFF2-40B4-BE49-F238E27FC236}">
                <a16:creationId xmlns:a16="http://schemas.microsoft.com/office/drawing/2014/main" id="{DADE32E3-7022-ABA4-0839-CBFA67CA793E}"/>
              </a:ext>
            </a:extLst>
          </p:cNvPr>
          <p:cNvCxnSpPr>
            <a:cxnSpLocks/>
            <a:stCxn id="17" idx="2"/>
            <a:endCxn id="8" idx="0"/>
          </p:cNvCxnSpPr>
          <p:nvPr/>
        </p:nvCxnSpPr>
        <p:spPr>
          <a:xfrm rot="16200000" flipH="1">
            <a:off x="11572219" y="8687743"/>
            <a:ext cx="1440000" cy="2874085"/>
          </a:xfrm>
          <a:prstGeom prst="bentConnector3">
            <a:avLst>
              <a:gd name="adj1" fmla="val 50000"/>
            </a:avLst>
          </a:prstGeom>
          <a:ln w="76200">
            <a:solidFill>
              <a:schemeClr val="bg2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EEAD8A5B-05C0-1062-5BFC-97129A97EDC7}"/>
              </a:ext>
            </a:extLst>
          </p:cNvPr>
          <p:cNvCxnSpPr>
            <a:cxnSpLocks/>
            <a:stCxn id="4" idx="0"/>
            <a:endCxn id="17" idx="2"/>
          </p:cNvCxnSpPr>
          <p:nvPr/>
        </p:nvCxnSpPr>
        <p:spPr>
          <a:xfrm flipV="1">
            <a:off x="10853878" y="9404786"/>
            <a:ext cx="1299" cy="1448409"/>
          </a:xfrm>
          <a:prstGeom prst="straightConnector1">
            <a:avLst/>
          </a:prstGeom>
          <a:ln w="7620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066AA720-F3C4-E9C9-39EE-E2D0B824E371}"/>
              </a:ext>
            </a:extLst>
          </p:cNvPr>
          <p:cNvSpPr txBox="1"/>
          <p:nvPr/>
        </p:nvSpPr>
        <p:spPr>
          <a:xfrm>
            <a:off x="11483719" y="10285427"/>
            <a:ext cx="161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chemeClr val="bg2"/>
                </a:solidFill>
              </a:rPr>
              <a:t>暗号化＆保護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B76D205-CDE8-01E8-364B-C9BDD47514C7}"/>
              </a:ext>
            </a:extLst>
          </p:cNvPr>
          <p:cNvSpPr txBox="1"/>
          <p:nvPr/>
        </p:nvSpPr>
        <p:spPr>
          <a:xfrm>
            <a:off x="9587963" y="5291157"/>
            <a:ext cx="3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①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845049B2-30B3-3BCD-92C5-BDF8FB59532D}"/>
              </a:ext>
            </a:extLst>
          </p:cNvPr>
          <p:cNvSpPr txBox="1"/>
          <p:nvPr/>
        </p:nvSpPr>
        <p:spPr>
          <a:xfrm>
            <a:off x="7492346" y="7144621"/>
            <a:ext cx="3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②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48A0B388-ACB2-AEAF-A275-0118DA1FC15B}"/>
              </a:ext>
            </a:extLst>
          </p:cNvPr>
          <p:cNvSpPr txBox="1"/>
          <p:nvPr/>
        </p:nvSpPr>
        <p:spPr>
          <a:xfrm>
            <a:off x="6353159" y="8249730"/>
            <a:ext cx="3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③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8C1C4FB6-B673-8059-6FAD-898F0BAF6728}"/>
              </a:ext>
            </a:extLst>
          </p:cNvPr>
          <p:cNvSpPr txBox="1"/>
          <p:nvPr/>
        </p:nvSpPr>
        <p:spPr>
          <a:xfrm>
            <a:off x="9237195" y="8247733"/>
            <a:ext cx="3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④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13FCBFFF-611C-4774-D50D-741B8265683C}"/>
              </a:ext>
            </a:extLst>
          </p:cNvPr>
          <p:cNvSpPr txBox="1"/>
          <p:nvPr/>
        </p:nvSpPr>
        <p:spPr>
          <a:xfrm>
            <a:off x="10790322" y="7389751"/>
            <a:ext cx="854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⑤</a:t>
            </a:r>
            <a:r>
              <a:rPr kumimoji="1" lang="en-US" altLang="ja-JP" dirty="0"/>
              <a:t>-</a:t>
            </a:r>
            <a:r>
              <a:rPr kumimoji="1" lang="ja-JP" altLang="en-US" dirty="0"/>
              <a:t>⑦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3691A153-6CCF-9200-CC5A-088361CF7762}"/>
              </a:ext>
            </a:extLst>
          </p:cNvPr>
          <p:cNvSpPr txBox="1"/>
          <p:nvPr/>
        </p:nvSpPr>
        <p:spPr>
          <a:xfrm>
            <a:off x="12011206" y="8246920"/>
            <a:ext cx="3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⑧</a:t>
            </a:r>
          </a:p>
        </p:txBody>
      </p:sp>
    </p:spTree>
    <p:extLst>
      <p:ext uri="{BB962C8B-B14F-4D97-AF65-F5344CB8AC3E}">
        <p14:creationId xmlns:p14="http://schemas.microsoft.com/office/powerpoint/2010/main" val="2769160972"/>
      </p:ext>
    </p:extLst>
  </p:cSld>
  <p:clrMapOvr>
    <a:masterClrMapping/>
  </p:clrMapOvr>
</p:sld>
</file>

<file path=ppt/theme/theme1.xml><?xml version="1.0" encoding="utf-8"?>
<a:theme xmlns:a="http://schemas.openxmlformats.org/drawingml/2006/main" name="基本">
  <a:themeElements>
    <a:clrScheme name="SAKURA Color">
      <a:dk1>
        <a:srgbClr val="404044"/>
      </a:dk1>
      <a:lt1>
        <a:srgbClr val="FFFFFF"/>
      </a:lt1>
      <a:dk2>
        <a:srgbClr val="000000"/>
      </a:dk2>
      <a:lt2>
        <a:srgbClr val="808088"/>
      </a:lt2>
      <a:accent1>
        <a:srgbClr val="FF5577"/>
      </a:accent1>
      <a:accent2>
        <a:srgbClr val="FF8800"/>
      </a:accent2>
      <a:accent3>
        <a:srgbClr val="FFCC00"/>
      </a:accent3>
      <a:accent4>
        <a:srgbClr val="00C8C8"/>
      </a:accent4>
      <a:accent5>
        <a:srgbClr val="7799DD"/>
      </a:accent5>
      <a:accent6>
        <a:srgbClr val="0000AA"/>
      </a:accent6>
      <a:hlink>
        <a:srgbClr val="0000AA"/>
      </a:hlink>
      <a:folHlink>
        <a:srgbClr val="BBCCEE"/>
      </a:folHlink>
    </a:clrScheme>
    <a:fontScheme name="Haru TP">
      <a:majorFont>
        <a:latin typeface="Haru TP B"/>
        <a:ea typeface="Haru TP B"/>
        <a:cs typeface=""/>
      </a:majorFont>
      <a:minorFont>
        <a:latin typeface="Haru TP R"/>
        <a:ea typeface="Haru TP R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_pptx_sketch_template_0601" id="{6A4FCEF0-0408-405E-A883-5D3D0E2EF2E6}" vid="{B303FDB0-1878-4EE4-B59B-F6C3E1E7D1FA}"/>
    </a:ext>
  </a:extLst>
</a:theme>
</file>

<file path=ppt/theme/theme2.xml><?xml version="1.0" encoding="utf-8"?>
<a:theme xmlns:a="http://schemas.openxmlformats.org/drawingml/2006/main" name="セクショニング(SAKURA Pink)">
  <a:themeElements>
    <a:clrScheme name="SAKURA Color">
      <a:dk1>
        <a:srgbClr val="404044"/>
      </a:dk1>
      <a:lt1>
        <a:srgbClr val="FFFFFF"/>
      </a:lt1>
      <a:dk2>
        <a:srgbClr val="000000"/>
      </a:dk2>
      <a:lt2>
        <a:srgbClr val="808088"/>
      </a:lt2>
      <a:accent1>
        <a:srgbClr val="FF5577"/>
      </a:accent1>
      <a:accent2>
        <a:srgbClr val="FF8800"/>
      </a:accent2>
      <a:accent3>
        <a:srgbClr val="FFCC00"/>
      </a:accent3>
      <a:accent4>
        <a:srgbClr val="00C8C8"/>
      </a:accent4>
      <a:accent5>
        <a:srgbClr val="7799DD"/>
      </a:accent5>
      <a:accent6>
        <a:srgbClr val="0000AA"/>
      </a:accent6>
      <a:hlink>
        <a:srgbClr val="0000AA"/>
      </a:hlink>
      <a:folHlink>
        <a:srgbClr val="BBCCEE"/>
      </a:folHlink>
    </a:clrScheme>
    <a:fontScheme name="Haru TP">
      <a:majorFont>
        <a:latin typeface="Haru TP B"/>
        <a:ea typeface="Haru TP B"/>
        <a:cs typeface=""/>
      </a:majorFont>
      <a:minorFont>
        <a:latin typeface="Haru TP R"/>
        <a:ea typeface="Haru TP R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_pptx_sketch_template_0601" id="{6A4FCEF0-0408-405E-A883-5D3D0E2EF2E6}" vid="{13E03A7F-CE58-40DC-BD8C-2E83A42748A8}"/>
    </a:ext>
  </a:extLst>
</a:theme>
</file>

<file path=ppt/theme/theme3.xml><?xml version="1.0" encoding="utf-8"?>
<a:theme xmlns:a="http://schemas.openxmlformats.org/drawingml/2006/main" name="セクショニング(SAKURA Orange)">
  <a:themeElements>
    <a:clrScheme name="SAKURA Color">
      <a:dk1>
        <a:srgbClr val="404044"/>
      </a:dk1>
      <a:lt1>
        <a:srgbClr val="FFFFFF"/>
      </a:lt1>
      <a:dk2>
        <a:srgbClr val="000000"/>
      </a:dk2>
      <a:lt2>
        <a:srgbClr val="808088"/>
      </a:lt2>
      <a:accent1>
        <a:srgbClr val="FF5577"/>
      </a:accent1>
      <a:accent2>
        <a:srgbClr val="FF8800"/>
      </a:accent2>
      <a:accent3>
        <a:srgbClr val="FFCC00"/>
      </a:accent3>
      <a:accent4>
        <a:srgbClr val="00C8C8"/>
      </a:accent4>
      <a:accent5>
        <a:srgbClr val="7799DD"/>
      </a:accent5>
      <a:accent6>
        <a:srgbClr val="0000AA"/>
      </a:accent6>
      <a:hlink>
        <a:srgbClr val="0000AA"/>
      </a:hlink>
      <a:folHlink>
        <a:srgbClr val="BBCCEE"/>
      </a:folHlink>
    </a:clrScheme>
    <a:fontScheme name="Haru TP">
      <a:majorFont>
        <a:latin typeface="Haru TP B"/>
        <a:ea typeface="Haru TP B"/>
        <a:cs typeface=""/>
      </a:majorFont>
      <a:minorFont>
        <a:latin typeface="Haru TP R"/>
        <a:ea typeface="Haru TP R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_pptx_sketch_template_0601" id="{6A4FCEF0-0408-405E-A883-5D3D0E2EF2E6}" vid="{DD3E25F5-3C21-431F-8027-130F3AAC90F3}"/>
    </a:ext>
  </a:extLst>
</a:theme>
</file>

<file path=ppt/theme/theme4.xml><?xml version="1.0" encoding="utf-8"?>
<a:theme xmlns:a="http://schemas.openxmlformats.org/drawingml/2006/main" name="セクショニング(SAKURA Blue Light)">
  <a:themeElements>
    <a:clrScheme name="SAKURA Color">
      <a:dk1>
        <a:srgbClr val="404044"/>
      </a:dk1>
      <a:lt1>
        <a:srgbClr val="FFFFFF"/>
      </a:lt1>
      <a:dk2>
        <a:srgbClr val="000000"/>
      </a:dk2>
      <a:lt2>
        <a:srgbClr val="808088"/>
      </a:lt2>
      <a:accent1>
        <a:srgbClr val="FF5577"/>
      </a:accent1>
      <a:accent2>
        <a:srgbClr val="FF8800"/>
      </a:accent2>
      <a:accent3>
        <a:srgbClr val="FFCC00"/>
      </a:accent3>
      <a:accent4>
        <a:srgbClr val="00C8C8"/>
      </a:accent4>
      <a:accent5>
        <a:srgbClr val="7799DD"/>
      </a:accent5>
      <a:accent6>
        <a:srgbClr val="0000AA"/>
      </a:accent6>
      <a:hlink>
        <a:srgbClr val="0000AA"/>
      </a:hlink>
      <a:folHlink>
        <a:srgbClr val="BBCCEE"/>
      </a:folHlink>
    </a:clrScheme>
    <a:fontScheme name="Haru TP">
      <a:majorFont>
        <a:latin typeface="Haru TP B"/>
        <a:ea typeface="Haru TP B"/>
        <a:cs typeface=""/>
      </a:majorFont>
      <a:minorFont>
        <a:latin typeface="Haru TP R"/>
        <a:ea typeface="Haru TP R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_pptx_sketch_template_0601" id="{6A4FCEF0-0408-405E-A883-5D3D0E2EF2E6}" vid="{8295E8FA-2BD7-470E-B45F-4809C34CABB5}"/>
    </a:ext>
  </a:extLst>
</a:theme>
</file>

<file path=ppt/theme/theme5.xml><?xml version="1.0" encoding="utf-8"?>
<a:theme xmlns:a="http://schemas.openxmlformats.org/drawingml/2006/main" name="セクショニング(SAKURA Yellow)">
  <a:themeElements>
    <a:clrScheme name="SAKURA Color">
      <a:dk1>
        <a:srgbClr val="404044"/>
      </a:dk1>
      <a:lt1>
        <a:srgbClr val="FFFFFF"/>
      </a:lt1>
      <a:dk2>
        <a:srgbClr val="000000"/>
      </a:dk2>
      <a:lt2>
        <a:srgbClr val="808088"/>
      </a:lt2>
      <a:accent1>
        <a:srgbClr val="FF5577"/>
      </a:accent1>
      <a:accent2>
        <a:srgbClr val="FF8800"/>
      </a:accent2>
      <a:accent3>
        <a:srgbClr val="FFCC00"/>
      </a:accent3>
      <a:accent4>
        <a:srgbClr val="00C8C8"/>
      </a:accent4>
      <a:accent5>
        <a:srgbClr val="7799DD"/>
      </a:accent5>
      <a:accent6>
        <a:srgbClr val="0000AA"/>
      </a:accent6>
      <a:hlink>
        <a:srgbClr val="0000AA"/>
      </a:hlink>
      <a:folHlink>
        <a:srgbClr val="BBCCEE"/>
      </a:folHlink>
    </a:clrScheme>
    <a:fontScheme name="Haru TP">
      <a:majorFont>
        <a:latin typeface="Haru TP B"/>
        <a:ea typeface="Haru TP B"/>
        <a:cs typeface=""/>
      </a:majorFont>
      <a:minorFont>
        <a:latin typeface="Haru TP R"/>
        <a:ea typeface="Haru TP R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_pptx_sketch_template_0601" id="{6A4FCEF0-0408-405E-A883-5D3D0E2EF2E6}" vid="{DFD6CF57-3C64-4BE2-8D17-94EAFBD1A005}"/>
    </a:ext>
  </a:extLst>
</a:theme>
</file>

<file path=ppt/theme/theme6.xml><?xml version="1.0" encoding="utf-8"?>
<a:theme xmlns:a="http://schemas.openxmlformats.org/drawingml/2006/main" name="セクショニング(SAKURA Dark Blue)">
  <a:themeElements>
    <a:clrScheme name="SAKURA Color">
      <a:dk1>
        <a:srgbClr val="404044"/>
      </a:dk1>
      <a:lt1>
        <a:srgbClr val="FFFFFF"/>
      </a:lt1>
      <a:dk2>
        <a:srgbClr val="000000"/>
      </a:dk2>
      <a:lt2>
        <a:srgbClr val="808088"/>
      </a:lt2>
      <a:accent1>
        <a:srgbClr val="FF5577"/>
      </a:accent1>
      <a:accent2>
        <a:srgbClr val="FF8800"/>
      </a:accent2>
      <a:accent3>
        <a:srgbClr val="FFCC00"/>
      </a:accent3>
      <a:accent4>
        <a:srgbClr val="00C8C8"/>
      </a:accent4>
      <a:accent5>
        <a:srgbClr val="7799DD"/>
      </a:accent5>
      <a:accent6>
        <a:srgbClr val="0000AA"/>
      </a:accent6>
      <a:hlink>
        <a:srgbClr val="0000AA"/>
      </a:hlink>
      <a:folHlink>
        <a:srgbClr val="BBCCEE"/>
      </a:folHlink>
    </a:clrScheme>
    <a:fontScheme name="Haru TP">
      <a:majorFont>
        <a:latin typeface="Haru TP B"/>
        <a:ea typeface="Haru TP B"/>
        <a:cs typeface=""/>
      </a:majorFont>
      <a:minorFont>
        <a:latin typeface="Haru TP R"/>
        <a:ea typeface="Haru TP R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_pptx_sketch_template_0601" id="{6A4FCEF0-0408-405E-A883-5D3D0E2EF2E6}" vid="{DA49226F-B767-47F5-AD40-CA3A982FDD7D}"/>
    </a:ext>
  </a:extLst>
</a:theme>
</file>

<file path=ppt/theme/theme7.xml><?xml version="1.0" encoding="utf-8"?>
<a:theme xmlns:a="http://schemas.openxmlformats.org/drawingml/2006/main" name="セクショニング(SAKURA Green)">
  <a:themeElements>
    <a:clrScheme name="SAKURA Color">
      <a:dk1>
        <a:srgbClr val="404044"/>
      </a:dk1>
      <a:lt1>
        <a:srgbClr val="FFFFFF"/>
      </a:lt1>
      <a:dk2>
        <a:srgbClr val="000000"/>
      </a:dk2>
      <a:lt2>
        <a:srgbClr val="808088"/>
      </a:lt2>
      <a:accent1>
        <a:srgbClr val="FF5577"/>
      </a:accent1>
      <a:accent2>
        <a:srgbClr val="FF8800"/>
      </a:accent2>
      <a:accent3>
        <a:srgbClr val="FFCC00"/>
      </a:accent3>
      <a:accent4>
        <a:srgbClr val="00C8C8"/>
      </a:accent4>
      <a:accent5>
        <a:srgbClr val="7799DD"/>
      </a:accent5>
      <a:accent6>
        <a:srgbClr val="0000AA"/>
      </a:accent6>
      <a:hlink>
        <a:srgbClr val="0000AA"/>
      </a:hlink>
      <a:folHlink>
        <a:srgbClr val="BBCCEE"/>
      </a:folHlink>
    </a:clrScheme>
    <a:fontScheme name="Haru TP">
      <a:majorFont>
        <a:latin typeface="Haru TP B"/>
        <a:ea typeface="Haru TP B"/>
        <a:cs typeface=""/>
      </a:majorFont>
      <a:minorFont>
        <a:latin typeface="Haru TP R"/>
        <a:ea typeface="Haru TP R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_pptx_sketch_template_0601" id="{6A4FCEF0-0408-405E-A883-5D3D0E2EF2E6}" vid="{59D96151-4E89-41F0-9F64-A0A41940310E}"/>
    </a:ext>
  </a:extLst>
</a:theme>
</file>

<file path=ppt/theme/theme8.xml><?xml version="1.0" encoding="utf-8"?>
<a:theme xmlns:a="http://schemas.openxmlformats.org/drawingml/2006/main" name="セクショニング(SAKURA Black)">
  <a:themeElements>
    <a:clrScheme name="SAKURA Color">
      <a:dk1>
        <a:srgbClr val="404044"/>
      </a:dk1>
      <a:lt1>
        <a:srgbClr val="FFFFFF"/>
      </a:lt1>
      <a:dk2>
        <a:srgbClr val="000000"/>
      </a:dk2>
      <a:lt2>
        <a:srgbClr val="808088"/>
      </a:lt2>
      <a:accent1>
        <a:srgbClr val="FF5577"/>
      </a:accent1>
      <a:accent2>
        <a:srgbClr val="FF8800"/>
      </a:accent2>
      <a:accent3>
        <a:srgbClr val="FFCC00"/>
      </a:accent3>
      <a:accent4>
        <a:srgbClr val="00C8C8"/>
      </a:accent4>
      <a:accent5>
        <a:srgbClr val="7799DD"/>
      </a:accent5>
      <a:accent6>
        <a:srgbClr val="0000AA"/>
      </a:accent6>
      <a:hlink>
        <a:srgbClr val="0000AA"/>
      </a:hlink>
      <a:folHlink>
        <a:srgbClr val="BBCCEE"/>
      </a:folHlink>
    </a:clrScheme>
    <a:fontScheme name="Haru TP">
      <a:majorFont>
        <a:latin typeface="Haru TP B"/>
        <a:ea typeface="Haru TP B"/>
        <a:cs typeface=""/>
      </a:majorFont>
      <a:minorFont>
        <a:latin typeface="Haru TP R"/>
        <a:ea typeface="Haru TP R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_pptx_sketch_template_0601" id="{6A4FCEF0-0408-405E-A883-5D3D0E2EF2E6}" vid="{E3E8F9E2-EF40-42C2-897E-A09A55258272}"/>
    </a:ext>
  </a:extLst>
</a:theme>
</file>

<file path=ppt/theme/theme9.xml><?xml version="1.0" encoding="utf-8"?>
<a:theme xmlns:a="http://schemas.openxmlformats.org/drawingml/2006/main" name="セクショニング(SAKURA Gray)">
  <a:themeElements>
    <a:clrScheme name="SAKURA Color">
      <a:dk1>
        <a:srgbClr val="404044"/>
      </a:dk1>
      <a:lt1>
        <a:srgbClr val="FFFFFF"/>
      </a:lt1>
      <a:dk2>
        <a:srgbClr val="000000"/>
      </a:dk2>
      <a:lt2>
        <a:srgbClr val="808088"/>
      </a:lt2>
      <a:accent1>
        <a:srgbClr val="FF5577"/>
      </a:accent1>
      <a:accent2>
        <a:srgbClr val="FF8800"/>
      </a:accent2>
      <a:accent3>
        <a:srgbClr val="FFCC00"/>
      </a:accent3>
      <a:accent4>
        <a:srgbClr val="00C8C8"/>
      </a:accent4>
      <a:accent5>
        <a:srgbClr val="7799DD"/>
      </a:accent5>
      <a:accent6>
        <a:srgbClr val="0000AA"/>
      </a:accent6>
      <a:hlink>
        <a:srgbClr val="0000AA"/>
      </a:hlink>
      <a:folHlink>
        <a:srgbClr val="BBCCEE"/>
      </a:folHlink>
    </a:clrScheme>
    <a:fontScheme name="Haru TP">
      <a:majorFont>
        <a:latin typeface="Haru TP B"/>
        <a:ea typeface="Haru TP B"/>
        <a:cs typeface=""/>
      </a:majorFont>
      <a:minorFont>
        <a:latin typeface="Haru TP R"/>
        <a:ea typeface="Haru TP R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_pptx_sketch_template_0601" id="{6A4FCEF0-0408-405E-A883-5D3D0E2EF2E6}" vid="{1FA81F2E-A000-432C-BF2A-52CADB5C7843}"/>
    </a:ext>
  </a:extLst>
</a:theme>
</file>

<file path=ppt/theme/theme10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DesignTemplate_2020(4-3)(16-9)</Template>
  <TotalTime>271</TotalTime>
  <Words>174</Words>
  <Application>Microsoft Office PowerPoint</Application>
  <PresentationFormat>ユーザー設定</PresentationFormat>
  <Paragraphs>31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9</vt:i4>
      </vt:variant>
      <vt:variant>
        <vt:lpstr>スライド タイトル</vt:lpstr>
      </vt:variant>
      <vt:variant>
        <vt:i4>2</vt:i4>
      </vt:variant>
    </vt:vector>
  </HeadingPairs>
  <TitlesOfParts>
    <vt:vector size="16" baseType="lpstr">
      <vt:lpstr>Haru TP B</vt:lpstr>
      <vt:lpstr>Haru TP M</vt:lpstr>
      <vt:lpstr>Haru TP R</vt:lpstr>
      <vt:lpstr>游ゴシック</vt:lpstr>
      <vt:lpstr>Arial</vt:lpstr>
      <vt:lpstr>基本</vt:lpstr>
      <vt:lpstr>セクショニング(SAKURA Pink)</vt:lpstr>
      <vt:lpstr>セクショニング(SAKURA Orange)</vt:lpstr>
      <vt:lpstr>セクショニング(SAKURA Blue Light)</vt:lpstr>
      <vt:lpstr>セクショニング(SAKURA Yellow)</vt:lpstr>
      <vt:lpstr>セクショニング(SAKURA Dark Blue)</vt:lpstr>
      <vt:lpstr>セクショニング(SAKURA Green)</vt:lpstr>
      <vt:lpstr>セクショニング(SAKURA Black)</vt:lpstr>
      <vt:lpstr>セクショニング(SAKURA Gray)</vt:lpstr>
      <vt:lpstr>ImageFlux Live Streaming × さくらのAI Engine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城谷 匠</dc:creator>
  <cp:lastModifiedBy>城谷 匠</cp:lastModifiedBy>
  <cp:revision>1</cp:revision>
  <dcterms:created xsi:type="dcterms:W3CDTF">2026-06-02T01:19:06Z</dcterms:created>
  <dcterms:modified xsi:type="dcterms:W3CDTF">2026-06-04T00:52:47Z</dcterms:modified>
</cp:coreProperties>
</file>