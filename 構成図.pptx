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5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6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7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8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5" r:id="rId1"/>
    <p:sldMasterId id="2147483766" r:id="rId2"/>
    <p:sldMasterId id="2147483794" r:id="rId3"/>
    <p:sldMasterId id="2147483809" r:id="rId4"/>
    <p:sldMasterId id="2147483799" r:id="rId5"/>
    <p:sldMasterId id="2147483789" r:id="rId6"/>
    <p:sldMasterId id="2147483804" r:id="rId7"/>
    <p:sldMasterId id="2147483814" r:id="rId8"/>
    <p:sldMasterId id="2147483819" r:id="rId9"/>
  </p:sldMasterIdLst>
  <p:notesMasterIdLst>
    <p:notesMasterId r:id="rId13"/>
  </p:notesMasterIdLst>
  <p:sldIdLst>
    <p:sldId id="257" r:id="rId10"/>
    <p:sldId id="258" r:id="rId11"/>
    <p:sldId id="256" r:id="rId12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97" userDrawn="1">
          <p15:clr>
            <a:srgbClr val="A4A3A4"/>
          </p15:clr>
        </p15:guide>
        <p15:guide id="2" pos="7680" userDrawn="1">
          <p15:clr>
            <a:srgbClr val="A4A3A4"/>
          </p15:clr>
        </p15:guide>
        <p15:guide id="3" pos="717" userDrawn="1">
          <p15:clr>
            <a:srgbClr val="A4A3A4"/>
          </p15:clr>
        </p15:guide>
        <p15:guide id="4" pos="14597" userDrawn="1">
          <p15:clr>
            <a:srgbClr val="A4A3A4"/>
          </p15:clr>
        </p15:guide>
        <p15:guide id="5" orient="horz" pos="442" userDrawn="1">
          <p15:clr>
            <a:srgbClr val="A4A3A4"/>
          </p15:clr>
        </p15:guide>
        <p15:guide id="6" orient="horz" pos="8244" userDrawn="1">
          <p15:clr>
            <a:srgbClr val="A4A3A4"/>
          </p15:clr>
        </p15:guide>
        <p15:guide id="7" orient="horz" pos="963" userDrawn="1">
          <p15:clr>
            <a:srgbClr val="A4A3A4"/>
          </p15:clr>
        </p15:guide>
        <p15:guide id="8" orient="horz" pos="767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800"/>
    <a:srgbClr val="404044"/>
    <a:srgbClr val="FF5577"/>
    <a:srgbClr val="00C8C8"/>
    <a:srgbClr val="7899DF"/>
    <a:srgbClr val="7F8087"/>
    <a:srgbClr val="000000"/>
    <a:srgbClr val="0000A9"/>
    <a:srgbClr val="FFCB02"/>
    <a:srgbClr val="CCC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C306CE-836D-479E-BF46-90B4FA3C69C3}" v="35" dt="2026-06-04T03:44:10.8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898"/>
  </p:normalViewPr>
  <p:slideViewPr>
    <p:cSldViewPr snapToGrid="0" snapToObjects="1">
      <p:cViewPr varScale="1">
        <p:scale>
          <a:sx n="81" d="100"/>
          <a:sy n="81" d="100"/>
        </p:scale>
        <p:origin x="204" y="84"/>
      </p:cViewPr>
      <p:guideLst>
        <p:guide orient="horz" pos="4297"/>
        <p:guide pos="7680"/>
        <p:guide pos="717"/>
        <p:guide pos="14597"/>
        <p:guide orient="horz" pos="442"/>
        <p:guide orient="horz" pos="8244"/>
        <p:guide orient="horz" pos="963"/>
        <p:guide orient="horz" pos="767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9" d="100"/>
          <a:sy n="109" d="100"/>
        </p:scale>
        <p:origin x="4232" y="17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5" Type="http://schemas.openxmlformats.org/officeDocument/2006/relationships/slideMaster" Target="slideMasters/slideMaster5.xml"/><Relationship Id="rId15" Type="http://schemas.openxmlformats.org/officeDocument/2006/relationships/viewProps" Target="viewProps.xml"/><Relationship Id="rId10" Type="http://schemas.openxmlformats.org/officeDocument/2006/relationships/slide" Target="slides/slide1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城谷 匠" userId="afbae57c-d4ca-4e58-bc9a-6f765e208d89" providerId="ADAL" clId="{FD963559-32B2-43B7-8F97-A1E47AC731FA}"/>
    <pc:docChg chg="undo redo custSel addSld modSld sldOrd">
      <pc:chgData name="城谷 匠" userId="afbae57c-d4ca-4e58-bc9a-6f765e208d89" providerId="ADAL" clId="{FD963559-32B2-43B7-8F97-A1E47AC731FA}" dt="2026-06-04T03:45:32.328" v="373" actId="1076"/>
      <pc:docMkLst>
        <pc:docMk/>
      </pc:docMkLst>
      <pc:sldChg chg="addSp delSp modSp mod">
        <pc:chgData name="城谷 匠" userId="afbae57c-d4ca-4e58-bc9a-6f765e208d89" providerId="ADAL" clId="{FD963559-32B2-43B7-8F97-A1E47AC731FA}" dt="2026-06-04T00:36:01.142" v="329" actId="20577"/>
        <pc:sldMkLst>
          <pc:docMk/>
          <pc:sldMk cId="2769160972" sldId="256"/>
        </pc:sldMkLst>
        <pc:spChg chg="mod">
          <ac:chgData name="城谷 匠" userId="afbae57c-d4ca-4e58-bc9a-6f765e208d89" providerId="ADAL" clId="{FD963559-32B2-43B7-8F97-A1E47AC731FA}" dt="2026-06-03T10:26:03.303" v="114" actId="20577"/>
          <ac:spMkLst>
            <pc:docMk/>
            <pc:sldMk cId="2769160972" sldId="256"/>
            <ac:spMk id="2" creationId="{6514041E-494C-500D-6D1B-76774DB34B73}"/>
          </ac:spMkLst>
        </pc:spChg>
        <pc:spChg chg="add del mod ord">
          <ac:chgData name="城谷 匠" userId="afbae57c-d4ca-4e58-bc9a-6f765e208d89" providerId="ADAL" clId="{FD963559-32B2-43B7-8F97-A1E47AC731FA}" dt="2026-06-04T00:35:03.845" v="306" actId="478"/>
          <ac:spMkLst>
            <pc:docMk/>
            <pc:sldMk cId="2769160972" sldId="256"/>
            <ac:spMk id="3" creationId="{3C76D596-4293-839C-56F3-19B234C4733D}"/>
          </ac:spMkLst>
        </pc:spChg>
        <pc:spChg chg="add mod">
          <ac:chgData name="城谷 匠" userId="afbae57c-d4ca-4e58-bc9a-6f765e208d89" providerId="ADAL" clId="{FD963559-32B2-43B7-8F97-A1E47AC731FA}" dt="2026-06-04T00:34:13.179" v="291" actId="1076"/>
          <ac:spMkLst>
            <pc:docMk/>
            <pc:sldMk cId="2769160972" sldId="256"/>
            <ac:spMk id="6" creationId="{DB76D205-CDE8-01E8-364B-C9BDD47514C7}"/>
          </ac:spMkLst>
        </pc:spChg>
        <pc:spChg chg="add mod">
          <ac:chgData name="城谷 匠" userId="afbae57c-d4ca-4e58-bc9a-6f765e208d89" providerId="ADAL" clId="{FD963559-32B2-43B7-8F97-A1E47AC731FA}" dt="2026-06-03T07:15:51.422" v="31" actId="20577"/>
          <ac:spMkLst>
            <pc:docMk/>
            <pc:sldMk cId="2769160972" sldId="256"/>
            <ac:spMk id="10" creationId="{B6F0A33E-CA7F-61E2-D01F-740D72866CE7}"/>
          </ac:spMkLst>
        </pc:spChg>
        <pc:spChg chg="add mod">
          <ac:chgData name="城谷 匠" userId="afbae57c-d4ca-4e58-bc9a-6f765e208d89" providerId="ADAL" clId="{FD963559-32B2-43B7-8F97-A1E47AC731FA}" dt="2026-06-03T07:16:17.545" v="51" actId="20577"/>
          <ac:spMkLst>
            <pc:docMk/>
            <pc:sldMk cId="2769160972" sldId="256"/>
            <ac:spMk id="12" creationId="{2652E62A-D446-EC5B-F0E3-85ADE834EBF0}"/>
          </ac:spMkLst>
        </pc:spChg>
        <pc:spChg chg="add mod">
          <ac:chgData name="城谷 匠" userId="afbae57c-d4ca-4e58-bc9a-6f765e208d89" providerId="ADAL" clId="{FD963559-32B2-43B7-8F97-A1E47AC731FA}" dt="2026-06-04T00:33:48.803" v="276"/>
          <ac:spMkLst>
            <pc:docMk/>
            <pc:sldMk cId="2769160972" sldId="256"/>
            <ac:spMk id="16" creationId="{60A870AA-2495-24F8-24E9-3E33EE621E21}"/>
          </ac:spMkLst>
        </pc:spChg>
        <pc:spChg chg="add mod">
          <ac:chgData name="城谷 匠" userId="afbae57c-d4ca-4e58-bc9a-6f765e208d89" providerId="ADAL" clId="{FD963559-32B2-43B7-8F97-A1E47AC731FA}" dt="2026-06-04T00:34:06.398" v="290" actId="20577"/>
          <ac:spMkLst>
            <pc:docMk/>
            <pc:sldMk cId="2769160972" sldId="256"/>
            <ac:spMk id="18" creationId="{845049B2-30B3-3BCD-92C5-BDF8FB59532D}"/>
          </ac:spMkLst>
        </pc:spChg>
        <pc:spChg chg="add mod">
          <ac:chgData name="城谷 匠" userId="afbae57c-d4ca-4e58-bc9a-6f765e208d89" providerId="ADAL" clId="{FD963559-32B2-43B7-8F97-A1E47AC731FA}" dt="2026-06-04T00:34:30.985" v="297" actId="20577"/>
          <ac:spMkLst>
            <pc:docMk/>
            <pc:sldMk cId="2769160972" sldId="256"/>
            <ac:spMk id="20" creationId="{48A0B388-ACB2-AEAF-A275-0118DA1FC15B}"/>
          </ac:spMkLst>
        </pc:spChg>
        <pc:spChg chg="add mod">
          <ac:chgData name="城谷 匠" userId="afbae57c-d4ca-4e58-bc9a-6f765e208d89" providerId="ADAL" clId="{FD963559-32B2-43B7-8F97-A1E47AC731FA}" dt="2026-06-04T00:34:54.136" v="305" actId="20577"/>
          <ac:spMkLst>
            <pc:docMk/>
            <pc:sldMk cId="2769160972" sldId="256"/>
            <ac:spMk id="22" creationId="{8C1C4FB6-B673-8059-6FAD-898F0BAF6728}"/>
          </ac:spMkLst>
        </pc:spChg>
        <pc:spChg chg="add mod">
          <ac:chgData name="城谷 匠" userId="afbae57c-d4ca-4e58-bc9a-6f765e208d89" providerId="ADAL" clId="{FD963559-32B2-43B7-8F97-A1E47AC731FA}" dt="2026-06-04T00:35:44.141" v="323" actId="1076"/>
          <ac:spMkLst>
            <pc:docMk/>
            <pc:sldMk cId="2769160972" sldId="256"/>
            <ac:spMk id="24" creationId="{13FCBFFF-611C-4774-D50D-741B8265683C}"/>
          </ac:spMkLst>
        </pc:spChg>
        <pc:spChg chg="add mod">
          <ac:chgData name="城谷 匠" userId="afbae57c-d4ca-4e58-bc9a-6f765e208d89" providerId="ADAL" clId="{FD963559-32B2-43B7-8F97-A1E47AC731FA}" dt="2026-06-04T00:36:01.142" v="329" actId="20577"/>
          <ac:spMkLst>
            <pc:docMk/>
            <pc:sldMk cId="2769160972" sldId="256"/>
            <ac:spMk id="25" creationId="{3691A153-6CCF-9200-CC5A-088361CF7762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6" creationId="{1E4FD6B1-46BF-BAC2-974B-1B9196D0199F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7" creationId="{4EDF7E9A-333D-A809-5B96-159B88EADF4C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8" creationId="{21953237-669B-EC7E-292B-E3ED09320DE1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29" creationId="{48793116-D311-2D79-DDCF-700448B50606}"/>
          </ac:spMkLst>
        </pc:spChg>
        <pc:spChg chg="mod topLvl">
          <ac:chgData name="城谷 匠" userId="afbae57c-d4ca-4e58-bc9a-6f765e208d89" providerId="ADAL" clId="{FD963559-32B2-43B7-8F97-A1E47AC731FA}" dt="2026-06-03T07:17:09.593" v="69" actId="1076"/>
          <ac:spMkLst>
            <pc:docMk/>
            <pc:sldMk cId="2769160972" sldId="256"/>
            <ac:spMk id="32" creationId="{2DA268EB-C1F9-C781-A515-51EB4B55C522}"/>
          </ac:spMkLst>
        </pc:spChg>
        <pc:spChg chg="add mod">
          <ac:chgData name="城谷 匠" userId="afbae57c-d4ca-4e58-bc9a-6f765e208d89" providerId="ADAL" clId="{FD963559-32B2-43B7-8F97-A1E47AC731FA}" dt="2026-06-03T10:25:55.966" v="109" actId="1076"/>
          <ac:spMkLst>
            <pc:docMk/>
            <pc:sldMk cId="2769160972" sldId="256"/>
            <ac:spMk id="37" creationId="{066AA720-F3C4-E9C9-39EE-E2D0B824E371}"/>
          </ac:spMkLst>
        </pc:spChg>
        <pc:spChg chg="mod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50" creationId="{C174DEE7-549E-95C7-B45C-D17438252CCB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87" creationId="{A4BB7251-4CC6-D3F6-C167-7019C650E32B}"/>
          </ac:spMkLst>
        </pc:spChg>
        <pc:spChg chg="mod topLvl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88" creationId="{8A9FBCDA-6A1E-F84C-E179-BC92A055F257}"/>
          </ac:spMkLst>
        </pc:spChg>
        <pc:spChg chg="mod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100" creationId="{45E5A58F-F7B8-A4C2-A568-F1BC7CE9D705}"/>
          </ac:spMkLst>
        </pc:spChg>
        <pc:spChg chg="mod">
          <ac:chgData name="城谷 匠" userId="afbae57c-d4ca-4e58-bc9a-6f765e208d89" providerId="ADAL" clId="{FD963559-32B2-43B7-8F97-A1E47AC731FA}" dt="2026-06-03T07:15:38.872" v="20" actId="165"/>
          <ac:spMkLst>
            <pc:docMk/>
            <pc:sldMk cId="2769160972" sldId="256"/>
            <ac:spMk id="101" creationId="{59875B07-0692-8994-9E4A-7D850BF627CB}"/>
          </ac:spMkLst>
        </pc:spChg>
        <pc:grpChg chg="mod">
          <ac:chgData name="城谷 匠" userId="afbae57c-d4ca-4e58-bc9a-6f765e208d89" providerId="ADAL" clId="{FD963559-32B2-43B7-8F97-A1E47AC731FA}" dt="2026-06-03T07:15:33.717" v="19" actId="1076"/>
          <ac:grpSpMkLst>
            <pc:docMk/>
            <pc:sldMk cId="2769160972" sldId="256"/>
            <ac:grpSpMk id="126" creationId="{EB116B37-8AB9-DE6A-913E-7EDAA29A5D09}"/>
          </ac:grpSpMkLst>
        </pc:grpChg>
        <pc:graphicFrameChg chg="mod">
          <ac:chgData name="城谷 匠" userId="afbae57c-d4ca-4e58-bc9a-6f765e208d89" providerId="ADAL" clId="{FD963559-32B2-43B7-8F97-A1E47AC731FA}" dt="2026-06-03T10:08:40.423" v="86" actId="20577"/>
          <ac:graphicFrameMkLst>
            <pc:docMk/>
            <pc:sldMk cId="2769160972" sldId="256"/>
            <ac:graphicFrameMk id="106" creationId="{1325D288-8AE4-48A9-7DDC-034ABCEBEA49}"/>
          </ac:graphicFrameMkLst>
        </pc:graphicFrameChg>
        <pc:picChg chg="add mod">
          <ac:chgData name="城谷 匠" userId="afbae57c-d4ca-4e58-bc9a-6f765e208d89" providerId="ADAL" clId="{FD963559-32B2-43B7-8F97-A1E47AC731FA}" dt="2026-06-03T07:15:29.031" v="17" actId="1076"/>
          <ac:picMkLst>
            <pc:docMk/>
            <pc:sldMk cId="2769160972" sldId="256"/>
            <ac:picMk id="4" creationId="{FE0D4D9F-3516-4BF1-0061-EA71EEFC2967}"/>
          </ac:picMkLst>
        </pc:picChg>
        <pc:picChg chg="add mod">
          <ac:chgData name="城谷 匠" userId="afbae57c-d4ca-4e58-bc9a-6f765e208d89" providerId="ADAL" clId="{FD963559-32B2-43B7-8F97-A1E47AC731FA}" dt="2026-06-03T07:15:32.099" v="18" actId="1076"/>
          <ac:picMkLst>
            <pc:docMk/>
            <pc:sldMk cId="2769160972" sldId="256"/>
            <ac:picMk id="8" creationId="{19128A85-A5AC-E9EB-BA5F-86D8F7396F8D}"/>
          </ac:picMkLst>
        </pc:picChg>
        <pc:cxnChg chg="add mod">
          <ac:chgData name="城谷 匠" userId="afbae57c-d4ca-4e58-bc9a-6f765e208d89" providerId="ADAL" clId="{FD963559-32B2-43B7-8F97-A1E47AC731FA}" dt="2026-06-03T07:16:39.664" v="59" actId="14100"/>
          <ac:cxnSpMkLst>
            <pc:docMk/>
            <pc:sldMk cId="2769160972" sldId="256"/>
            <ac:cxnSpMk id="14" creationId="{DADE32E3-7022-ABA4-0839-CBFA67CA793E}"/>
          </ac:cxnSpMkLst>
        </pc:cxnChg>
        <pc:cxnChg chg="add mod">
          <ac:chgData name="城谷 匠" userId="afbae57c-d4ca-4e58-bc9a-6f765e208d89" providerId="ADAL" clId="{FD963559-32B2-43B7-8F97-A1E47AC731FA}" dt="2026-06-03T07:16:44.493" v="62" actId="1076"/>
          <ac:cxnSpMkLst>
            <pc:docMk/>
            <pc:sldMk cId="2769160972" sldId="256"/>
            <ac:cxnSpMk id="25" creationId="{8C3B37E3-F8AE-248D-672A-C9C365B2E4E1}"/>
          </ac:cxnSpMkLst>
        </pc:cxnChg>
        <pc:cxnChg chg="add mod">
          <ac:chgData name="城谷 匠" userId="afbae57c-d4ca-4e58-bc9a-6f765e208d89" providerId="ADAL" clId="{FD963559-32B2-43B7-8F97-A1E47AC731FA}" dt="2026-06-03T07:16:51.942" v="66" actId="14100"/>
          <ac:cxnSpMkLst>
            <pc:docMk/>
            <pc:sldMk cId="2769160972" sldId="256"/>
            <ac:cxnSpMk id="33" creationId="{EEAD8A5B-05C0-1062-5BFC-97129A97EDC7}"/>
          </ac:cxnSpMkLst>
        </pc:cxnChg>
        <pc:cxnChg chg="mod">
          <ac:chgData name="城谷 匠" userId="afbae57c-d4ca-4e58-bc9a-6f765e208d89" providerId="ADAL" clId="{FD963559-32B2-43B7-8F97-A1E47AC731FA}" dt="2026-06-02T13:24:07.553" v="2"/>
          <ac:cxnSpMkLst>
            <pc:docMk/>
            <pc:sldMk cId="2769160972" sldId="256"/>
            <ac:cxnSpMk id="68" creationId="{A666D5FA-C0C1-F95E-E530-A2A2E4925DB2}"/>
          </ac:cxnSpMkLst>
        </pc:cxnChg>
      </pc:sldChg>
      <pc:sldChg chg="modSp new mod ord">
        <pc:chgData name="城谷 匠" userId="afbae57c-d4ca-4e58-bc9a-6f765e208d89" providerId="ADAL" clId="{FD963559-32B2-43B7-8F97-A1E47AC731FA}" dt="2026-06-04T00:52:46.305" v="354" actId="20577"/>
        <pc:sldMkLst>
          <pc:docMk/>
          <pc:sldMk cId="344881896" sldId="257"/>
        </pc:sldMkLst>
        <pc:spChg chg="mod">
          <ac:chgData name="城谷 匠" userId="afbae57c-d4ca-4e58-bc9a-6f765e208d89" providerId="ADAL" clId="{FD963559-32B2-43B7-8F97-A1E47AC731FA}" dt="2026-06-04T00:32:38.812" v="208" actId="20577"/>
          <ac:spMkLst>
            <pc:docMk/>
            <pc:sldMk cId="344881896" sldId="257"/>
            <ac:spMk id="2" creationId="{091D4FA6-506E-D910-9848-DA476E859D72}"/>
          </ac:spMkLst>
        </pc:spChg>
        <pc:spChg chg="mod">
          <ac:chgData name="城谷 匠" userId="afbae57c-d4ca-4e58-bc9a-6f765e208d89" providerId="ADAL" clId="{FD963559-32B2-43B7-8F97-A1E47AC731FA}" dt="2026-06-04T00:52:46.305" v="354" actId="20577"/>
          <ac:spMkLst>
            <pc:docMk/>
            <pc:sldMk cId="344881896" sldId="257"/>
            <ac:spMk id="3" creationId="{1BD3B655-6B12-979A-3D9D-DF7E4D17F04B}"/>
          </ac:spMkLst>
        </pc:spChg>
      </pc:sldChg>
      <pc:sldChg chg="addSp delSp modSp add mod ord">
        <pc:chgData name="城谷 匠" userId="afbae57c-d4ca-4e58-bc9a-6f765e208d89" providerId="ADAL" clId="{FD963559-32B2-43B7-8F97-A1E47AC731FA}" dt="2026-06-04T03:45:32.328" v="373" actId="1076"/>
        <pc:sldMkLst>
          <pc:docMk/>
          <pc:sldMk cId="1909664869" sldId="258"/>
        </pc:sldMkLst>
        <pc:picChg chg="add del mod">
          <ac:chgData name="城谷 匠" userId="afbae57c-d4ca-4e58-bc9a-6f765e208d89" providerId="ADAL" clId="{FD963559-32B2-43B7-8F97-A1E47AC731FA}" dt="2026-06-04T03:45:24.339" v="372" actId="478"/>
          <ac:picMkLst>
            <pc:docMk/>
            <pc:sldMk cId="1909664869" sldId="258"/>
            <ac:picMk id="16" creationId="{C4F70AD1-D4EB-2A2A-68D2-C99C2BEC6761}"/>
          </ac:picMkLst>
        </pc:picChg>
        <pc:picChg chg="add mod">
          <ac:chgData name="城谷 匠" userId="afbae57c-d4ca-4e58-bc9a-6f765e208d89" providerId="ADAL" clId="{FD963559-32B2-43B7-8F97-A1E47AC731FA}" dt="2026-06-04T03:45:32.328" v="373" actId="1076"/>
          <ac:picMkLst>
            <pc:docMk/>
            <pc:sldMk cId="1909664869" sldId="258"/>
            <ac:picMk id="35" creationId="{64C8996C-730A-7EAB-9F8B-48B002CCA8D1}"/>
          </ac:picMkLst>
        </pc:picChg>
        <pc:picChg chg="del">
          <ac:chgData name="城谷 匠" userId="afbae57c-d4ca-4e58-bc9a-6f765e208d89" providerId="ADAL" clId="{FD963559-32B2-43B7-8F97-A1E47AC731FA}" dt="2026-06-04T03:44:13.642" v="358" actId="478"/>
          <ac:picMkLst>
            <pc:docMk/>
            <pc:sldMk cId="1909664869" sldId="258"/>
            <ac:picMk id="38" creationId="{62A52067-327A-94BF-4E9B-26CE489AFC29}"/>
          </ac:picMkLst>
        </pc:picChg>
        <pc:cxnChg chg="mod">
          <ac:chgData name="城谷 匠" userId="afbae57c-d4ca-4e58-bc9a-6f765e208d89" providerId="ADAL" clId="{FD963559-32B2-43B7-8F97-A1E47AC731FA}" dt="2026-06-04T03:44:13.642" v="358" actId="478"/>
          <ac:cxnSpMkLst>
            <pc:docMk/>
            <pc:sldMk cId="1909664869" sldId="258"/>
            <ac:cxnSpMk id="111" creationId="{B573A94C-04DC-C0DF-027A-882B14B6CBD9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42EE24-A998-424A-BA28-CAF4949ECFAF}" type="doc">
      <dgm:prSet loTypeId="urn:microsoft.com/office/officeart/2005/8/layout/process2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FCFB28AA-E588-44ED-98EE-784789F81932}">
      <dgm:prSet phldrT="[テキスト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ja-JP" dirty="0" err="1"/>
            <a:t>ImageFlux</a:t>
          </a:r>
          <a:r>
            <a:rPr kumimoji="1" lang="ja-JP" altLang="en-US" dirty="0"/>
            <a:t>が</a:t>
          </a:r>
          <a:r>
            <a:rPr kumimoji="1" lang="en-US" altLang="ja-JP" dirty="0" err="1"/>
            <a:t>AppRun</a:t>
          </a:r>
          <a:r>
            <a:rPr kumimoji="1" lang="ja-JP" altLang="en-US" dirty="0"/>
            <a:t>共用型に</a:t>
          </a:r>
          <a:br>
            <a:rPr kumimoji="1" lang="en-US" altLang="ja-JP" dirty="0"/>
          </a:br>
          <a:r>
            <a:rPr kumimoji="1" lang="ja-JP" altLang="en-US" dirty="0"/>
            <a:t>アーカイブ保存完了のイベント</a:t>
          </a:r>
          <a:r>
            <a:rPr kumimoji="1" lang="en-US" altLang="ja-JP" dirty="0"/>
            <a:t>Webhook</a:t>
          </a:r>
          <a:r>
            <a:rPr kumimoji="1" lang="ja-JP" altLang="en-US" dirty="0"/>
            <a:t>通知を送信</a:t>
          </a:r>
        </a:p>
      </dgm:t>
    </dgm:pt>
    <dgm:pt modelId="{F618B8E0-D4D3-4E55-B918-6507C8BF99BB}" type="parTrans" cxnId="{CD8DF443-F476-4DD3-BC33-9542B376595F}">
      <dgm:prSet/>
      <dgm:spPr/>
      <dgm:t>
        <a:bodyPr/>
        <a:lstStyle/>
        <a:p>
          <a:endParaRPr kumimoji="1" lang="ja-JP" altLang="en-US"/>
        </a:p>
      </dgm:t>
    </dgm:pt>
    <dgm:pt modelId="{0E70C1FF-71B2-424F-B47F-AB7512B0ED18}" type="sibTrans" cxnId="{CD8DF443-F476-4DD3-BC33-9542B376595F}">
      <dgm:prSet/>
      <dgm:spPr/>
      <dgm:t>
        <a:bodyPr/>
        <a:lstStyle/>
        <a:p>
          <a:endParaRPr kumimoji="1" lang="ja-JP" altLang="en-US"/>
        </a:p>
      </dgm:t>
    </dgm:pt>
    <dgm:pt modelId="{282C7160-1280-4C38-8D62-C833D2079100}">
      <dgm:prSet phldrT="[テキスト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ja-JP" dirty="0" err="1"/>
            <a:t>AppRun</a:t>
          </a:r>
          <a:r>
            <a:rPr kumimoji="1" lang="ja-JP" altLang="en-US" dirty="0"/>
            <a:t>共用型はシンプル</a:t>
          </a:r>
          <a:r>
            <a:rPr kumimoji="1" lang="en-US" altLang="ja-JP" dirty="0"/>
            <a:t>MQ</a:t>
          </a:r>
          <a:r>
            <a:rPr kumimoji="1" lang="ja-JP" altLang="en-US" dirty="0"/>
            <a:t>に</a:t>
          </a:r>
          <a:br>
            <a:rPr kumimoji="1" lang="en-US" altLang="ja-JP" dirty="0"/>
          </a:br>
          <a:r>
            <a:rPr kumimoji="1" lang="en-US" altLang="ja-JP" dirty="0"/>
            <a:t>.m3u8</a:t>
          </a:r>
          <a:r>
            <a:rPr kumimoji="1" lang="ja-JP" altLang="en-US" dirty="0"/>
            <a:t>のパスと通知日時を送信</a:t>
          </a:r>
          <a:endParaRPr kumimoji="1" lang="en-US" altLang="ja-JP" dirty="0"/>
        </a:p>
        <a:p>
          <a:pPr>
            <a:buFont typeface="+mj-lt"/>
            <a:buAutoNum type="arabicPeriod"/>
          </a:pPr>
          <a:r>
            <a:rPr kumimoji="1" lang="ja-JP" altLang="en-US" dirty="0"/>
            <a:t>（モニタリングスイートにもログ連携）</a:t>
          </a:r>
        </a:p>
      </dgm:t>
    </dgm:pt>
    <dgm:pt modelId="{48BA8B2D-B219-40B2-A9C8-AC1FBE7114E7}" type="parTrans" cxnId="{FFFBD641-ABF8-469B-9896-FB642BAD7128}">
      <dgm:prSet/>
      <dgm:spPr/>
      <dgm:t>
        <a:bodyPr/>
        <a:lstStyle/>
        <a:p>
          <a:endParaRPr kumimoji="1" lang="ja-JP" altLang="en-US"/>
        </a:p>
      </dgm:t>
    </dgm:pt>
    <dgm:pt modelId="{75AFCF26-CA80-4FDF-B1D0-944AA24934A1}" type="sibTrans" cxnId="{FFFBD641-ABF8-469B-9896-FB642BAD7128}">
      <dgm:prSet/>
      <dgm:spPr/>
      <dgm:t>
        <a:bodyPr/>
        <a:lstStyle/>
        <a:p>
          <a:endParaRPr kumimoji="1" lang="ja-JP" altLang="en-US"/>
        </a:p>
      </dgm:t>
    </dgm:pt>
    <dgm:pt modelId="{B3DFF331-5D87-4A57-B8A1-9677CB2F7E3D}">
      <dgm:prSet phldrT="[テキスト]"/>
      <dgm:spPr/>
      <dgm:t>
        <a:bodyPr/>
        <a:lstStyle/>
        <a:p>
          <a:r>
            <a:rPr kumimoji="1" lang="ja-JP" altLang="en-US" dirty="0"/>
            <a:t>サーバの常駐プロセスが順次</a:t>
          </a:r>
          <a:br>
            <a:rPr kumimoji="1" lang="en-US" altLang="ja-JP" dirty="0"/>
          </a:br>
          <a:r>
            <a:rPr kumimoji="1" lang="ja-JP" altLang="en-US" dirty="0"/>
            <a:t>シンプル</a:t>
          </a:r>
          <a:r>
            <a:rPr kumimoji="1" lang="en-US" altLang="ja-JP" dirty="0"/>
            <a:t>MQ</a:t>
          </a:r>
          <a:r>
            <a:rPr kumimoji="1" lang="ja-JP" altLang="en-US" dirty="0"/>
            <a:t>からメッセージを受領</a:t>
          </a:r>
        </a:p>
      </dgm:t>
    </dgm:pt>
    <dgm:pt modelId="{097EE1FF-EC01-4E8E-BC06-6070EFCA437D}" type="parTrans" cxnId="{060039CF-A021-42CA-97CB-C5C2ED4819B0}">
      <dgm:prSet/>
      <dgm:spPr/>
      <dgm:t>
        <a:bodyPr/>
        <a:lstStyle/>
        <a:p>
          <a:endParaRPr kumimoji="1" lang="ja-JP" altLang="en-US"/>
        </a:p>
      </dgm:t>
    </dgm:pt>
    <dgm:pt modelId="{4ECD1AEB-78AE-4737-9B6F-3BB73DF99A15}" type="sibTrans" cxnId="{060039CF-A021-42CA-97CB-C5C2ED4819B0}">
      <dgm:prSet/>
      <dgm:spPr/>
      <dgm:t>
        <a:bodyPr/>
        <a:lstStyle/>
        <a:p>
          <a:endParaRPr kumimoji="1" lang="ja-JP" altLang="en-US"/>
        </a:p>
      </dgm:t>
    </dgm:pt>
    <dgm:pt modelId="{990B93BB-6BE9-4EC9-9698-FEB9E398E329}">
      <dgm:prSet/>
      <dgm:spPr/>
      <dgm:t>
        <a:bodyPr/>
        <a:lstStyle/>
        <a:p>
          <a:r>
            <a:rPr kumimoji="1" lang="ja-JP" altLang="en-US" dirty="0"/>
            <a:t>さくらの</a:t>
          </a:r>
          <a:r>
            <a:rPr kumimoji="1" lang="en-US" altLang="ja-JP" dirty="0"/>
            <a:t>AI Engine</a:t>
          </a:r>
          <a:r>
            <a:rPr kumimoji="1" lang="ja-JP" altLang="en-US" dirty="0"/>
            <a:t>は文字起こし・要約を行い、結果をサーバに返却</a:t>
          </a:r>
        </a:p>
      </dgm:t>
    </dgm:pt>
    <dgm:pt modelId="{531E1E88-68A7-41D3-83A7-48290602AC12}" type="parTrans" cxnId="{4CA9A1D7-3F76-4E1B-9E2B-585812FA3FF9}">
      <dgm:prSet/>
      <dgm:spPr/>
      <dgm:t>
        <a:bodyPr/>
        <a:lstStyle/>
        <a:p>
          <a:endParaRPr kumimoji="1" lang="ja-JP" altLang="en-US"/>
        </a:p>
      </dgm:t>
    </dgm:pt>
    <dgm:pt modelId="{90517755-3A29-42CA-A139-F2A2ABDE6D51}" type="sibTrans" cxnId="{4CA9A1D7-3F76-4E1B-9E2B-585812FA3FF9}">
      <dgm:prSet/>
      <dgm:spPr/>
      <dgm:t>
        <a:bodyPr/>
        <a:lstStyle/>
        <a:p>
          <a:endParaRPr kumimoji="1" lang="ja-JP" altLang="en-US"/>
        </a:p>
      </dgm:t>
    </dgm:pt>
    <dgm:pt modelId="{BF9D835E-EA28-4516-AE6A-792A2F646325}">
      <dgm:prSet/>
      <dgm:spPr/>
      <dgm:t>
        <a:bodyPr/>
        <a:lstStyle/>
        <a:p>
          <a:r>
            <a:rPr kumimoji="1" lang="ja-JP" altLang="en-US" dirty="0"/>
            <a:t>サーバの常駐プロセスが録画データを</a:t>
          </a:r>
          <a:br>
            <a:rPr kumimoji="1" lang="en-US" altLang="ja-JP" dirty="0"/>
          </a:br>
          <a:r>
            <a:rPr kumimoji="1" lang="ja-JP" altLang="en-US" dirty="0"/>
            <a:t>取得＆音声エンコードし、</a:t>
          </a:r>
          <a:br>
            <a:rPr kumimoji="1" lang="en-US" altLang="ja-JP" dirty="0"/>
          </a:br>
          <a:r>
            <a:rPr kumimoji="1" lang="ja-JP" altLang="en-US" dirty="0"/>
            <a:t>さくらの</a:t>
          </a:r>
          <a:r>
            <a:rPr kumimoji="1" lang="en-US" altLang="ja-JP" dirty="0"/>
            <a:t>AI Engine</a:t>
          </a:r>
          <a:r>
            <a:rPr kumimoji="1" lang="ja-JP" altLang="en-US" dirty="0"/>
            <a:t>呼び出し</a:t>
          </a:r>
        </a:p>
      </dgm:t>
    </dgm:pt>
    <dgm:pt modelId="{07F76D7C-12F3-4A74-B7B8-54AAFAE3A7EB}" type="parTrans" cxnId="{1FA246A7-D533-451E-8A43-2B5ACBFE7DAA}">
      <dgm:prSet/>
      <dgm:spPr/>
      <dgm:t>
        <a:bodyPr/>
        <a:lstStyle/>
        <a:p>
          <a:endParaRPr kumimoji="1" lang="ja-JP" altLang="en-US"/>
        </a:p>
      </dgm:t>
    </dgm:pt>
    <dgm:pt modelId="{BF3901B3-AD6A-471A-AB52-3D67542E3943}" type="sibTrans" cxnId="{1FA246A7-D533-451E-8A43-2B5ACBFE7DAA}">
      <dgm:prSet/>
      <dgm:spPr/>
      <dgm:t>
        <a:bodyPr/>
        <a:lstStyle/>
        <a:p>
          <a:endParaRPr kumimoji="1" lang="ja-JP" altLang="en-US"/>
        </a:p>
      </dgm:t>
    </dgm:pt>
    <dgm:pt modelId="{3C921E30-5C7F-42BF-A1B0-80E33D445967}">
      <dgm:prSet/>
      <dgm:spPr/>
      <dgm:t>
        <a:bodyPr/>
        <a:lstStyle/>
        <a:p>
          <a:r>
            <a:rPr kumimoji="1" lang="ja-JP" altLang="en-US" dirty="0"/>
            <a:t>サーバは文字起こしデータを</a:t>
          </a:r>
          <a:br>
            <a:rPr kumimoji="1" lang="en-US" altLang="ja-JP" dirty="0"/>
          </a:br>
          <a:r>
            <a:rPr kumimoji="1" lang="ja-JP" altLang="en-US" dirty="0"/>
            <a:t>オブジェクトストレージに反映</a:t>
          </a:r>
        </a:p>
      </dgm:t>
    </dgm:pt>
    <dgm:pt modelId="{665E943C-0F96-4EF2-BB3F-FDDEC980B70B}" type="parTrans" cxnId="{3533B7B3-4893-47CD-8427-884CF21962CF}">
      <dgm:prSet/>
      <dgm:spPr/>
      <dgm:t>
        <a:bodyPr/>
        <a:lstStyle/>
        <a:p>
          <a:endParaRPr kumimoji="1" lang="ja-JP" altLang="en-US"/>
        </a:p>
      </dgm:t>
    </dgm:pt>
    <dgm:pt modelId="{8F37F1D1-EB65-424A-9F2C-5A6C01FF88FD}" type="sibTrans" cxnId="{3533B7B3-4893-47CD-8427-884CF21962CF}">
      <dgm:prSet/>
      <dgm:spPr/>
      <dgm:t>
        <a:bodyPr/>
        <a:lstStyle/>
        <a:p>
          <a:endParaRPr kumimoji="1" lang="ja-JP" altLang="en-US"/>
        </a:p>
      </dgm:t>
    </dgm:pt>
    <dgm:pt modelId="{0760C2DF-2177-47DA-855B-8BE580B99E96}">
      <dgm:prSet/>
      <dgm:spPr/>
      <dgm:t>
        <a:bodyPr/>
        <a:lstStyle/>
        <a:p>
          <a:r>
            <a:rPr kumimoji="1" lang="ja-JP" altLang="en-US" dirty="0"/>
            <a:t>サーバはシンプル通知を通じて</a:t>
          </a:r>
          <a:br>
            <a:rPr kumimoji="1" lang="en-US" altLang="ja-JP" dirty="0"/>
          </a:br>
          <a:r>
            <a:rPr kumimoji="1" lang="ja-JP" altLang="en-US" dirty="0"/>
            <a:t>処理完了を通知</a:t>
          </a:r>
        </a:p>
      </dgm:t>
    </dgm:pt>
    <dgm:pt modelId="{C86175C8-6BEE-4233-87A0-AC9D97431754}" type="parTrans" cxnId="{5A1477C0-7BC2-4F7F-A474-3457E0277643}">
      <dgm:prSet/>
      <dgm:spPr/>
      <dgm:t>
        <a:bodyPr/>
        <a:lstStyle/>
        <a:p>
          <a:endParaRPr kumimoji="1" lang="ja-JP" altLang="en-US"/>
        </a:p>
      </dgm:t>
    </dgm:pt>
    <dgm:pt modelId="{829E4281-4D91-494B-B459-20A27C7D5AE6}" type="sibTrans" cxnId="{5A1477C0-7BC2-4F7F-A474-3457E0277643}">
      <dgm:prSet/>
      <dgm:spPr/>
      <dgm:t>
        <a:bodyPr/>
        <a:lstStyle/>
        <a:p>
          <a:endParaRPr kumimoji="1" lang="ja-JP" altLang="en-US"/>
        </a:p>
      </dgm:t>
    </dgm:pt>
    <dgm:pt modelId="{AAF068EB-C2BA-4E4C-941C-A230B9E551D1}" type="pres">
      <dgm:prSet presAssocID="{D142EE24-A998-424A-BA28-CAF4949ECFAF}" presName="linearFlow" presStyleCnt="0">
        <dgm:presLayoutVars>
          <dgm:resizeHandles val="exact"/>
        </dgm:presLayoutVars>
      </dgm:prSet>
      <dgm:spPr/>
    </dgm:pt>
    <dgm:pt modelId="{2E1175F2-C1BC-4312-B787-E37F965D2F17}" type="pres">
      <dgm:prSet presAssocID="{FCFB28AA-E588-44ED-98EE-784789F81932}" presName="node" presStyleLbl="node1" presStyleIdx="0" presStyleCnt="7">
        <dgm:presLayoutVars>
          <dgm:bulletEnabled val="1"/>
        </dgm:presLayoutVars>
      </dgm:prSet>
      <dgm:spPr/>
    </dgm:pt>
    <dgm:pt modelId="{EAB550B0-8B66-4FD5-AA39-3877AE739144}" type="pres">
      <dgm:prSet presAssocID="{0E70C1FF-71B2-424F-B47F-AB7512B0ED18}" presName="sibTrans" presStyleLbl="sibTrans2D1" presStyleIdx="0" presStyleCnt="6"/>
      <dgm:spPr/>
    </dgm:pt>
    <dgm:pt modelId="{EC5E3B44-AFAB-4DD5-839F-051C3DAF6A39}" type="pres">
      <dgm:prSet presAssocID="{0E70C1FF-71B2-424F-B47F-AB7512B0ED18}" presName="connectorText" presStyleLbl="sibTrans2D1" presStyleIdx="0" presStyleCnt="6"/>
      <dgm:spPr/>
    </dgm:pt>
    <dgm:pt modelId="{39B6DCBB-71CA-4223-B0D3-607C3277F876}" type="pres">
      <dgm:prSet presAssocID="{282C7160-1280-4C38-8D62-C833D2079100}" presName="node" presStyleLbl="node1" presStyleIdx="1" presStyleCnt="7">
        <dgm:presLayoutVars>
          <dgm:bulletEnabled val="1"/>
        </dgm:presLayoutVars>
      </dgm:prSet>
      <dgm:spPr/>
    </dgm:pt>
    <dgm:pt modelId="{C064154F-0AF2-4AF0-B11A-FB237C2BF60F}" type="pres">
      <dgm:prSet presAssocID="{75AFCF26-CA80-4FDF-B1D0-944AA24934A1}" presName="sibTrans" presStyleLbl="sibTrans2D1" presStyleIdx="1" presStyleCnt="6"/>
      <dgm:spPr/>
    </dgm:pt>
    <dgm:pt modelId="{26053658-5444-4A21-8A39-8A85D705578F}" type="pres">
      <dgm:prSet presAssocID="{75AFCF26-CA80-4FDF-B1D0-944AA24934A1}" presName="connectorText" presStyleLbl="sibTrans2D1" presStyleIdx="1" presStyleCnt="6"/>
      <dgm:spPr/>
    </dgm:pt>
    <dgm:pt modelId="{401DDB35-9780-4897-A309-73A84EABE41F}" type="pres">
      <dgm:prSet presAssocID="{B3DFF331-5D87-4A57-B8A1-9677CB2F7E3D}" presName="node" presStyleLbl="node1" presStyleIdx="2" presStyleCnt="7">
        <dgm:presLayoutVars>
          <dgm:bulletEnabled val="1"/>
        </dgm:presLayoutVars>
      </dgm:prSet>
      <dgm:spPr/>
    </dgm:pt>
    <dgm:pt modelId="{3D056114-0484-4EDF-86EC-D5D9428A7BF9}" type="pres">
      <dgm:prSet presAssocID="{4ECD1AEB-78AE-4737-9B6F-3BB73DF99A15}" presName="sibTrans" presStyleLbl="sibTrans2D1" presStyleIdx="2" presStyleCnt="6"/>
      <dgm:spPr/>
    </dgm:pt>
    <dgm:pt modelId="{892CE5D1-ABBB-48EA-9D08-056C49FF4520}" type="pres">
      <dgm:prSet presAssocID="{4ECD1AEB-78AE-4737-9B6F-3BB73DF99A15}" presName="connectorText" presStyleLbl="sibTrans2D1" presStyleIdx="2" presStyleCnt="6"/>
      <dgm:spPr/>
    </dgm:pt>
    <dgm:pt modelId="{7253D03E-F494-4FA9-A711-DCC6F06178F0}" type="pres">
      <dgm:prSet presAssocID="{BF9D835E-EA28-4516-AE6A-792A2F646325}" presName="node" presStyleLbl="node1" presStyleIdx="3" presStyleCnt="7">
        <dgm:presLayoutVars>
          <dgm:bulletEnabled val="1"/>
        </dgm:presLayoutVars>
      </dgm:prSet>
      <dgm:spPr/>
    </dgm:pt>
    <dgm:pt modelId="{634B6EAC-C545-413B-B32E-0393E60FE0F9}" type="pres">
      <dgm:prSet presAssocID="{BF3901B3-AD6A-471A-AB52-3D67542E3943}" presName="sibTrans" presStyleLbl="sibTrans2D1" presStyleIdx="3" presStyleCnt="6"/>
      <dgm:spPr/>
    </dgm:pt>
    <dgm:pt modelId="{413DA36F-D69B-4D7C-887F-BA5627E17695}" type="pres">
      <dgm:prSet presAssocID="{BF3901B3-AD6A-471A-AB52-3D67542E3943}" presName="connectorText" presStyleLbl="sibTrans2D1" presStyleIdx="3" presStyleCnt="6"/>
      <dgm:spPr/>
    </dgm:pt>
    <dgm:pt modelId="{B149C04E-7AEB-4A78-B7D7-AC20C233D7B6}" type="pres">
      <dgm:prSet presAssocID="{990B93BB-6BE9-4EC9-9698-FEB9E398E329}" presName="node" presStyleLbl="node1" presStyleIdx="4" presStyleCnt="7">
        <dgm:presLayoutVars>
          <dgm:bulletEnabled val="1"/>
        </dgm:presLayoutVars>
      </dgm:prSet>
      <dgm:spPr/>
    </dgm:pt>
    <dgm:pt modelId="{876973CB-19C6-4A07-8E92-BB7965FAF234}" type="pres">
      <dgm:prSet presAssocID="{90517755-3A29-42CA-A139-F2A2ABDE6D51}" presName="sibTrans" presStyleLbl="sibTrans2D1" presStyleIdx="4" presStyleCnt="6"/>
      <dgm:spPr/>
    </dgm:pt>
    <dgm:pt modelId="{AF3E0FD6-7AC6-4380-9318-F7806A575B51}" type="pres">
      <dgm:prSet presAssocID="{90517755-3A29-42CA-A139-F2A2ABDE6D51}" presName="connectorText" presStyleLbl="sibTrans2D1" presStyleIdx="4" presStyleCnt="6"/>
      <dgm:spPr/>
    </dgm:pt>
    <dgm:pt modelId="{23263FBF-5528-4109-B2ED-87E1E7DCEB63}" type="pres">
      <dgm:prSet presAssocID="{3C921E30-5C7F-42BF-A1B0-80E33D445967}" presName="node" presStyleLbl="node1" presStyleIdx="5" presStyleCnt="7">
        <dgm:presLayoutVars>
          <dgm:bulletEnabled val="1"/>
        </dgm:presLayoutVars>
      </dgm:prSet>
      <dgm:spPr/>
    </dgm:pt>
    <dgm:pt modelId="{18D4A096-9F13-44E4-A778-EFE42993CB0B}" type="pres">
      <dgm:prSet presAssocID="{8F37F1D1-EB65-424A-9F2C-5A6C01FF88FD}" presName="sibTrans" presStyleLbl="sibTrans2D1" presStyleIdx="5" presStyleCnt="6"/>
      <dgm:spPr/>
    </dgm:pt>
    <dgm:pt modelId="{2BF24C72-41C7-4320-ABBA-D92FFB025B7F}" type="pres">
      <dgm:prSet presAssocID="{8F37F1D1-EB65-424A-9F2C-5A6C01FF88FD}" presName="connectorText" presStyleLbl="sibTrans2D1" presStyleIdx="5" presStyleCnt="6"/>
      <dgm:spPr/>
    </dgm:pt>
    <dgm:pt modelId="{A576E462-304F-490D-BE6C-4E5A74D8E0F1}" type="pres">
      <dgm:prSet presAssocID="{0760C2DF-2177-47DA-855B-8BE580B99E96}" presName="node" presStyleLbl="node1" presStyleIdx="6" presStyleCnt="7">
        <dgm:presLayoutVars>
          <dgm:bulletEnabled val="1"/>
        </dgm:presLayoutVars>
      </dgm:prSet>
      <dgm:spPr/>
    </dgm:pt>
  </dgm:ptLst>
  <dgm:cxnLst>
    <dgm:cxn modelId="{05E23329-57F2-472A-A75C-94A5F74576E6}" type="presOf" srcId="{0E70C1FF-71B2-424F-B47F-AB7512B0ED18}" destId="{EAB550B0-8B66-4FD5-AA39-3877AE739144}" srcOrd="0" destOrd="0" presId="urn:microsoft.com/office/officeart/2005/8/layout/process2"/>
    <dgm:cxn modelId="{11A9705D-B7EB-4230-B682-B1D3B48A77FD}" type="presOf" srcId="{4ECD1AEB-78AE-4737-9B6F-3BB73DF99A15}" destId="{892CE5D1-ABBB-48EA-9D08-056C49FF4520}" srcOrd="1" destOrd="0" presId="urn:microsoft.com/office/officeart/2005/8/layout/process2"/>
    <dgm:cxn modelId="{FFFBD641-ABF8-469B-9896-FB642BAD7128}" srcId="{D142EE24-A998-424A-BA28-CAF4949ECFAF}" destId="{282C7160-1280-4C38-8D62-C833D2079100}" srcOrd="1" destOrd="0" parTransId="{48BA8B2D-B219-40B2-A9C8-AC1FBE7114E7}" sibTransId="{75AFCF26-CA80-4FDF-B1D0-944AA24934A1}"/>
    <dgm:cxn modelId="{CD8DF443-F476-4DD3-BC33-9542B376595F}" srcId="{D142EE24-A998-424A-BA28-CAF4949ECFAF}" destId="{FCFB28AA-E588-44ED-98EE-784789F81932}" srcOrd="0" destOrd="0" parTransId="{F618B8E0-D4D3-4E55-B918-6507C8BF99BB}" sibTransId="{0E70C1FF-71B2-424F-B47F-AB7512B0ED18}"/>
    <dgm:cxn modelId="{2620F264-3B68-4C2C-B487-B77CF3106862}" type="presOf" srcId="{90517755-3A29-42CA-A139-F2A2ABDE6D51}" destId="{AF3E0FD6-7AC6-4380-9318-F7806A575B51}" srcOrd="1" destOrd="0" presId="urn:microsoft.com/office/officeart/2005/8/layout/process2"/>
    <dgm:cxn modelId="{C83A4B6A-ADF1-4772-8C76-DC5A1C056673}" type="presOf" srcId="{D142EE24-A998-424A-BA28-CAF4949ECFAF}" destId="{AAF068EB-C2BA-4E4C-941C-A230B9E551D1}" srcOrd="0" destOrd="0" presId="urn:microsoft.com/office/officeart/2005/8/layout/process2"/>
    <dgm:cxn modelId="{62F2764A-2126-4C6E-B31D-80772F44A88C}" type="presOf" srcId="{8F37F1D1-EB65-424A-9F2C-5A6C01FF88FD}" destId="{2BF24C72-41C7-4320-ABBA-D92FFB025B7F}" srcOrd="1" destOrd="0" presId="urn:microsoft.com/office/officeart/2005/8/layout/process2"/>
    <dgm:cxn modelId="{CB8A144B-1B5B-40BE-A5E6-DF3603EB6B54}" type="presOf" srcId="{90517755-3A29-42CA-A139-F2A2ABDE6D51}" destId="{876973CB-19C6-4A07-8E92-BB7965FAF234}" srcOrd="0" destOrd="0" presId="urn:microsoft.com/office/officeart/2005/8/layout/process2"/>
    <dgm:cxn modelId="{4561437A-89D3-49A1-8717-7ECDECDCDF56}" type="presOf" srcId="{282C7160-1280-4C38-8D62-C833D2079100}" destId="{39B6DCBB-71CA-4223-B0D3-607C3277F876}" srcOrd="0" destOrd="0" presId="urn:microsoft.com/office/officeart/2005/8/layout/process2"/>
    <dgm:cxn modelId="{2410317D-5619-4729-A8A1-27C2E1CAC85C}" type="presOf" srcId="{990B93BB-6BE9-4EC9-9698-FEB9E398E329}" destId="{B149C04E-7AEB-4A78-B7D7-AC20C233D7B6}" srcOrd="0" destOrd="0" presId="urn:microsoft.com/office/officeart/2005/8/layout/process2"/>
    <dgm:cxn modelId="{CAFE1595-BA33-4153-8650-A4BDF150CB52}" type="presOf" srcId="{BF3901B3-AD6A-471A-AB52-3D67542E3943}" destId="{634B6EAC-C545-413B-B32E-0393E60FE0F9}" srcOrd="0" destOrd="0" presId="urn:microsoft.com/office/officeart/2005/8/layout/process2"/>
    <dgm:cxn modelId="{2EF438A0-F9B0-4CE0-AA76-DCCA40A047EC}" type="presOf" srcId="{0760C2DF-2177-47DA-855B-8BE580B99E96}" destId="{A576E462-304F-490D-BE6C-4E5A74D8E0F1}" srcOrd="0" destOrd="0" presId="urn:microsoft.com/office/officeart/2005/8/layout/process2"/>
    <dgm:cxn modelId="{E52515A1-04EA-4176-8778-24C0FE9C5339}" type="presOf" srcId="{BF3901B3-AD6A-471A-AB52-3D67542E3943}" destId="{413DA36F-D69B-4D7C-887F-BA5627E17695}" srcOrd="1" destOrd="0" presId="urn:microsoft.com/office/officeart/2005/8/layout/process2"/>
    <dgm:cxn modelId="{1FA246A7-D533-451E-8A43-2B5ACBFE7DAA}" srcId="{D142EE24-A998-424A-BA28-CAF4949ECFAF}" destId="{BF9D835E-EA28-4516-AE6A-792A2F646325}" srcOrd="3" destOrd="0" parTransId="{07F76D7C-12F3-4A74-B7B8-54AAFAE3A7EB}" sibTransId="{BF3901B3-AD6A-471A-AB52-3D67542E3943}"/>
    <dgm:cxn modelId="{014CB6AC-9B21-4B0F-B5D3-1F9731D95D1E}" type="presOf" srcId="{8F37F1D1-EB65-424A-9F2C-5A6C01FF88FD}" destId="{18D4A096-9F13-44E4-A778-EFE42993CB0B}" srcOrd="0" destOrd="0" presId="urn:microsoft.com/office/officeart/2005/8/layout/process2"/>
    <dgm:cxn modelId="{8A9136AE-F05C-45D7-873E-78DC1EAA1553}" type="presOf" srcId="{BF9D835E-EA28-4516-AE6A-792A2F646325}" destId="{7253D03E-F494-4FA9-A711-DCC6F06178F0}" srcOrd="0" destOrd="0" presId="urn:microsoft.com/office/officeart/2005/8/layout/process2"/>
    <dgm:cxn modelId="{3533B7B3-4893-47CD-8427-884CF21962CF}" srcId="{D142EE24-A998-424A-BA28-CAF4949ECFAF}" destId="{3C921E30-5C7F-42BF-A1B0-80E33D445967}" srcOrd="5" destOrd="0" parTransId="{665E943C-0F96-4EF2-BB3F-FDDEC980B70B}" sibTransId="{8F37F1D1-EB65-424A-9F2C-5A6C01FF88FD}"/>
    <dgm:cxn modelId="{DC7812C0-24DF-404C-8B09-6735A909A090}" type="presOf" srcId="{FCFB28AA-E588-44ED-98EE-784789F81932}" destId="{2E1175F2-C1BC-4312-B787-E37F965D2F17}" srcOrd="0" destOrd="0" presId="urn:microsoft.com/office/officeart/2005/8/layout/process2"/>
    <dgm:cxn modelId="{5A1477C0-7BC2-4F7F-A474-3457E0277643}" srcId="{D142EE24-A998-424A-BA28-CAF4949ECFAF}" destId="{0760C2DF-2177-47DA-855B-8BE580B99E96}" srcOrd="6" destOrd="0" parTransId="{C86175C8-6BEE-4233-87A0-AC9D97431754}" sibTransId="{829E4281-4D91-494B-B459-20A27C7D5AE6}"/>
    <dgm:cxn modelId="{D1785FC3-5F4B-4E14-B4F6-E6F4FD7865EE}" type="presOf" srcId="{B3DFF331-5D87-4A57-B8A1-9677CB2F7E3D}" destId="{401DDB35-9780-4897-A309-73A84EABE41F}" srcOrd="0" destOrd="0" presId="urn:microsoft.com/office/officeart/2005/8/layout/process2"/>
    <dgm:cxn modelId="{060039CF-A021-42CA-97CB-C5C2ED4819B0}" srcId="{D142EE24-A998-424A-BA28-CAF4949ECFAF}" destId="{B3DFF331-5D87-4A57-B8A1-9677CB2F7E3D}" srcOrd="2" destOrd="0" parTransId="{097EE1FF-EC01-4E8E-BC06-6070EFCA437D}" sibTransId="{4ECD1AEB-78AE-4737-9B6F-3BB73DF99A15}"/>
    <dgm:cxn modelId="{BD784ED7-C8E1-40DA-B68D-269C3C574944}" type="presOf" srcId="{75AFCF26-CA80-4FDF-B1D0-944AA24934A1}" destId="{26053658-5444-4A21-8A39-8A85D705578F}" srcOrd="1" destOrd="0" presId="urn:microsoft.com/office/officeart/2005/8/layout/process2"/>
    <dgm:cxn modelId="{4CA9A1D7-3F76-4E1B-9E2B-585812FA3FF9}" srcId="{D142EE24-A998-424A-BA28-CAF4949ECFAF}" destId="{990B93BB-6BE9-4EC9-9698-FEB9E398E329}" srcOrd="4" destOrd="0" parTransId="{531E1E88-68A7-41D3-83A7-48290602AC12}" sibTransId="{90517755-3A29-42CA-A139-F2A2ABDE6D51}"/>
    <dgm:cxn modelId="{75A086E2-DC1F-44C8-976C-9E4C64619FCD}" type="presOf" srcId="{4ECD1AEB-78AE-4737-9B6F-3BB73DF99A15}" destId="{3D056114-0484-4EDF-86EC-D5D9428A7BF9}" srcOrd="0" destOrd="0" presId="urn:microsoft.com/office/officeart/2005/8/layout/process2"/>
    <dgm:cxn modelId="{48E946F8-E6C1-4238-8F07-031EFE928911}" type="presOf" srcId="{75AFCF26-CA80-4FDF-B1D0-944AA24934A1}" destId="{C064154F-0AF2-4AF0-B11A-FB237C2BF60F}" srcOrd="0" destOrd="0" presId="urn:microsoft.com/office/officeart/2005/8/layout/process2"/>
    <dgm:cxn modelId="{8C0685F8-60B6-401B-A08E-61E99A8E1E47}" type="presOf" srcId="{0E70C1FF-71B2-424F-B47F-AB7512B0ED18}" destId="{EC5E3B44-AFAB-4DD5-839F-051C3DAF6A39}" srcOrd="1" destOrd="0" presId="urn:microsoft.com/office/officeart/2005/8/layout/process2"/>
    <dgm:cxn modelId="{73671DFC-F6B5-4911-85B8-F2020505D0B5}" type="presOf" srcId="{3C921E30-5C7F-42BF-A1B0-80E33D445967}" destId="{23263FBF-5528-4109-B2ED-87E1E7DCEB63}" srcOrd="0" destOrd="0" presId="urn:microsoft.com/office/officeart/2005/8/layout/process2"/>
    <dgm:cxn modelId="{B352ACE2-2259-46B4-9685-D95667DBA5DE}" type="presParOf" srcId="{AAF068EB-C2BA-4E4C-941C-A230B9E551D1}" destId="{2E1175F2-C1BC-4312-B787-E37F965D2F17}" srcOrd="0" destOrd="0" presId="urn:microsoft.com/office/officeart/2005/8/layout/process2"/>
    <dgm:cxn modelId="{6EF519F9-E46A-4B58-BCC8-22D1552CAE81}" type="presParOf" srcId="{AAF068EB-C2BA-4E4C-941C-A230B9E551D1}" destId="{EAB550B0-8B66-4FD5-AA39-3877AE739144}" srcOrd="1" destOrd="0" presId="urn:microsoft.com/office/officeart/2005/8/layout/process2"/>
    <dgm:cxn modelId="{B8204CC0-7BE6-4122-8924-C5F8D5DF4A24}" type="presParOf" srcId="{EAB550B0-8B66-4FD5-AA39-3877AE739144}" destId="{EC5E3B44-AFAB-4DD5-839F-051C3DAF6A39}" srcOrd="0" destOrd="0" presId="urn:microsoft.com/office/officeart/2005/8/layout/process2"/>
    <dgm:cxn modelId="{0B8A6702-528C-4C5E-AC55-AE85878E1B81}" type="presParOf" srcId="{AAF068EB-C2BA-4E4C-941C-A230B9E551D1}" destId="{39B6DCBB-71CA-4223-B0D3-607C3277F876}" srcOrd="2" destOrd="0" presId="urn:microsoft.com/office/officeart/2005/8/layout/process2"/>
    <dgm:cxn modelId="{0DF6D502-BCCA-4646-8E2D-93E465974AC3}" type="presParOf" srcId="{AAF068EB-C2BA-4E4C-941C-A230B9E551D1}" destId="{C064154F-0AF2-4AF0-B11A-FB237C2BF60F}" srcOrd="3" destOrd="0" presId="urn:microsoft.com/office/officeart/2005/8/layout/process2"/>
    <dgm:cxn modelId="{EEAB82E5-8358-4F79-840A-0D1C154D69D0}" type="presParOf" srcId="{C064154F-0AF2-4AF0-B11A-FB237C2BF60F}" destId="{26053658-5444-4A21-8A39-8A85D705578F}" srcOrd="0" destOrd="0" presId="urn:microsoft.com/office/officeart/2005/8/layout/process2"/>
    <dgm:cxn modelId="{BC69718C-2763-45D4-A737-C2082B7EE16E}" type="presParOf" srcId="{AAF068EB-C2BA-4E4C-941C-A230B9E551D1}" destId="{401DDB35-9780-4897-A309-73A84EABE41F}" srcOrd="4" destOrd="0" presId="urn:microsoft.com/office/officeart/2005/8/layout/process2"/>
    <dgm:cxn modelId="{969CACB5-C435-411F-A4EF-C4C1563C40C8}" type="presParOf" srcId="{AAF068EB-C2BA-4E4C-941C-A230B9E551D1}" destId="{3D056114-0484-4EDF-86EC-D5D9428A7BF9}" srcOrd="5" destOrd="0" presId="urn:microsoft.com/office/officeart/2005/8/layout/process2"/>
    <dgm:cxn modelId="{AB32202E-2FAE-44FD-BE6C-82A214D4D2F3}" type="presParOf" srcId="{3D056114-0484-4EDF-86EC-D5D9428A7BF9}" destId="{892CE5D1-ABBB-48EA-9D08-056C49FF4520}" srcOrd="0" destOrd="0" presId="urn:microsoft.com/office/officeart/2005/8/layout/process2"/>
    <dgm:cxn modelId="{17F0C14A-34DB-4019-BFAC-55A014719886}" type="presParOf" srcId="{AAF068EB-C2BA-4E4C-941C-A230B9E551D1}" destId="{7253D03E-F494-4FA9-A711-DCC6F06178F0}" srcOrd="6" destOrd="0" presId="urn:microsoft.com/office/officeart/2005/8/layout/process2"/>
    <dgm:cxn modelId="{2E95F82D-9B16-4EF5-998A-6C0045592B41}" type="presParOf" srcId="{AAF068EB-C2BA-4E4C-941C-A230B9E551D1}" destId="{634B6EAC-C545-413B-B32E-0393E60FE0F9}" srcOrd="7" destOrd="0" presId="urn:microsoft.com/office/officeart/2005/8/layout/process2"/>
    <dgm:cxn modelId="{7456D71C-3AFF-4CEB-9868-8C9C063AC88E}" type="presParOf" srcId="{634B6EAC-C545-413B-B32E-0393E60FE0F9}" destId="{413DA36F-D69B-4D7C-887F-BA5627E17695}" srcOrd="0" destOrd="0" presId="urn:microsoft.com/office/officeart/2005/8/layout/process2"/>
    <dgm:cxn modelId="{92E84F24-DA46-44E5-AFAA-7D216D816CE9}" type="presParOf" srcId="{AAF068EB-C2BA-4E4C-941C-A230B9E551D1}" destId="{B149C04E-7AEB-4A78-B7D7-AC20C233D7B6}" srcOrd="8" destOrd="0" presId="urn:microsoft.com/office/officeart/2005/8/layout/process2"/>
    <dgm:cxn modelId="{ADC66C68-DB4C-4354-8410-2067A0245D51}" type="presParOf" srcId="{AAF068EB-C2BA-4E4C-941C-A230B9E551D1}" destId="{876973CB-19C6-4A07-8E92-BB7965FAF234}" srcOrd="9" destOrd="0" presId="urn:microsoft.com/office/officeart/2005/8/layout/process2"/>
    <dgm:cxn modelId="{0EEA4ADF-D446-4F40-A763-622D826DA19B}" type="presParOf" srcId="{876973CB-19C6-4A07-8E92-BB7965FAF234}" destId="{AF3E0FD6-7AC6-4380-9318-F7806A575B51}" srcOrd="0" destOrd="0" presId="urn:microsoft.com/office/officeart/2005/8/layout/process2"/>
    <dgm:cxn modelId="{DF6F6119-D684-4892-9FC3-A2245AC7EB1E}" type="presParOf" srcId="{AAF068EB-C2BA-4E4C-941C-A230B9E551D1}" destId="{23263FBF-5528-4109-B2ED-87E1E7DCEB63}" srcOrd="10" destOrd="0" presId="urn:microsoft.com/office/officeart/2005/8/layout/process2"/>
    <dgm:cxn modelId="{31B7EA4E-3E09-4018-BF31-2C5625FB986F}" type="presParOf" srcId="{AAF068EB-C2BA-4E4C-941C-A230B9E551D1}" destId="{18D4A096-9F13-44E4-A778-EFE42993CB0B}" srcOrd="11" destOrd="0" presId="urn:microsoft.com/office/officeart/2005/8/layout/process2"/>
    <dgm:cxn modelId="{FE381250-13D7-496C-8484-2C2EEC48935B}" type="presParOf" srcId="{18D4A096-9F13-44E4-A778-EFE42993CB0B}" destId="{2BF24C72-41C7-4320-ABBA-D92FFB025B7F}" srcOrd="0" destOrd="0" presId="urn:microsoft.com/office/officeart/2005/8/layout/process2"/>
    <dgm:cxn modelId="{68A457CC-5482-41FF-A1E6-0D8F82C83736}" type="presParOf" srcId="{AAF068EB-C2BA-4E4C-941C-A230B9E551D1}" destId="{A576E462-304F-490D-BE6C-4E5A74D8E0F1}" srcOrd="1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142EE24-A998-424A-BA28-CAF4949ECFAF}" type="doc">
      <dgm:prSet loTypeId="urn:microsoft.com/office/officeart/2005/8/layout/process2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FCFB28AA-E588-44ED-98EE-784789F81932}">
      <dgm:prSet phldrT="[テキスト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ja-JP" dirty="0" err="1"/>
            <a:t>ImageFlux</a:t>
          </a:r>
          <a:r>
            <a:rPr kumimoji="1" lang="ja-JP" altLang="en-US" dirty="0"/>
            <a:t>が</a:t>
          </a:r>
          <a:r>
            <a:rPr kumimoji="1" lang="en-US" altLang="ja-JP" dirty="0" err="1"/>
            <a:t>AppRun</a:t>
          </a:r>
          <a:r>
            <a:rPr kumimoji="1" lang="ja-JP" altLang="en-US" dirty="0"/>
            <a:t>共用型に</a:t>
          </a:r>
          <a:br>
            <a:rPr kumimoji="1" lang="en-US" altLang="ja-JP" dirty="0"/>
          </a:br>
          <a:r>
            <a:rPr kumimoji="1" lang="ja-JP" altLang="en-US" dirty="0"/>
            <a:t>アーカイブ保存完了のイベント</a:t>
          </a:r>
          <a:r>
            <a:rPr kumimoji="1" lang="en-US" altLang="ja-JP" dirty="0"/>
            <a:t>Webhook</a:t>
          </a:r>
          <a:r>
            <a:rPr kumimoji="1" lang="ja-JP" altLang="en-US" dirty="0"/>
            <a:t>通知を送信</a:t>
          </a:r>
        </a:p>
      </dgm:t>
    </dgm:pt>
    <dgm:pt modelId="{F618B8E0-D4D3-4E55-B918-6507C8BF99BB}" type="parTrans" cxnId="{CD8DF443-F476-4DD3-BC33-9542B376595F}">
      <dgm:prSet/>
      <dgm:spPr/>
      <dgm:t>
        <a:bodyPr/>
        <a:lstStyle/>
        <a:p>
          <a:endParaRPr kumimoji="1" lang="ja-JP" altLang="en-US"/>
        </a:p>
      </dgm:t>
    </dgm:pt>
    <dgm:pt modelId="{0E70C1FF-71B2-424F-B47F-AB7512B0ED18}" type="sibTrans" cxnId="{CD8DF443-F476-4DD3-BC33-9542B376595F}">
      <dgm:prSet/>
      <dgm:spPr/>
      <dgm:t>
        <a:bodyPr/>
        <a:lstStyle/>
        <a:p>
          <a:endParaRPr kumimoji="1" lang="ja-JP" altLang="en-US"/>
        </a:p>
      </dgm:t>
    </dgm:pt>
    <dgm:pt modelId="{282C7160-1280-4C38-8D62-C833D2079100}">
      <dgm:prSet phldrT="[テキスト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ja-JP" dirty="0" err="1"/>
            <a:t>AppRun</a:t>
          </a:r>
          <a:r>
            <a:rPr kumimoji="1" lang="ja-JP" altLang="en-US" dirty="0"/>
            <a:t>共用型はシンプル</a:t>
          </a:r>
          <a:r>
            <a:rPr kumimoji="1" lang="en-US" altLang="ja-JP" dirty="0"/>
            <a:t>MQ</a:t>
          </a:r>
          <a:r>
            <a:rPr kumimoji="1" lang="ja-JP" altLang="en-US" dirty="0"/>
            <a:t>に</a:t>
          </a:r>
          <a:br>
            <a:rPr kumimoji="1" lang="en-US" altLang="ja-JP" dirty="0"/>
          </a:br>
          <a:r>
            <a:rPr kumimoji="1" lang="en-US" altLang="ja-JP" dirty="0"/>
            <a:t>.m3u8</a:t>
          </a:r>
          <a:r>
            <a:rPr kumimoji="1" lang="ja-JP" altLang="en-US" dirty="0"/>
            <a:t>のパスと通知日時を送信</a:t>
          </a:r>
          <a:endParaRPr kumimoji="1" lang="en-US" altLang="ja-JP" dirty="0"/>
        </a:p>
        <a:p>
          <a:pPr>
            <a:buFont typeface="+mj-lt"/>
            <a:buAutoNum type="arabicPeriod"/>
          </a:pPr>
          <a:r>
            <a:rPr kumimoji="1" lang="ja-JP" altLang="en-US" dirty="0"/>
            <a:t>（モニタリングスイートにもログ連携）</a:t>
          </a:r>
        </a:p>
      </dgm:t>
    </dgm:pt>
    <dgm:pt modelId="{48BA8B2D-B219-40B2-A9C8-AC1FBE7114E7}" type="parTrans" cxnId="{FFFBD641-ABF8-469B-9896-FB642BAD7128}">
      <dgm:prSet/>
      <dgm:spPr/>
      <dgm:t>
        <a:bodyPr/>
        <a:lstStyle/>
        <a:p>
          <a:endParaRPr kumimoji="1" lang="ja-JP" altLang="en-US"/>
        </a:p>
      </dgm:t>
    </dgm:pt>
    <dgm:pt modelId="{75AFCF26-CA80-4FDF-B1D0-944AA24934A1}" type="sibTrans" cxnId="{FFFBD641-ABF8-469B-9896-FB642BAD7128}">
      <dgm:prSet/>
      <dgm:spPr/>
      <dgm:t>
        <a:bodyPr/>
        <a:lstStyle/>
        <a:p>
          <a:endParaRPr kumimoji="1" lang="ja-JP" altLang="en-US"/>
        </a:p>
      </dgm:t>
    </dgm:pt>
    <dgm:pt modelId="{B3DFF331-5D87-4A57-B8A1-9677CB2F7E3D}">
      <dgm:prSet phldrT="[テキスト]"/>
      <dgm:spPr/>
      <dgm:t>
        <a:bodyPr/>
        <a:lstStyle/>
        <a:p>
          <a:r>
            <a:rPr kumimoji="1" lang="ja-JP" altLang="en-US" dirty="0"/>
            <a:t>サーバの常駐プロセスが順次</a:t>
          </a:r>
          <a:br>
            <a:rPr kumimoji="1" lang="en-US" altLang="ja-JP" dirty="0"/>
          </a:br>
          <a:r>
            <a:rPr kumimoji="1" lang="ja-JP" altLang="en-US" dirty="0"/>
            <a:t>シンプル</a:t>
          </a:r>
          <a:r>
            <a:rPr kumimoji="1" lang="en-US" altLang="ja-JP" dirty="0"/>
            <a:t>MQ</a:t>
          </a:r>
          <a:r>
            <a:rPr kumimoji="1" lang="ja-JP" altLang="en-US" dirty="0"/>
            <a:t>からメッセージを受領</a:t>
          </a:r>
        </a:p>
      </dgm:t>
    </dgm:pt>
    <dgm:pt modelId="{097EE1FF-EC01-4E8E-BC06-6070EFCA437D}" type="parTrans" cxnId="{060039CF-A021-42CA-97CB-C5C2ED4819B0}">
      <dgm:prSet/>
      <dgm:spPr/>
      <dgm:t>
        <a:bodyPr/>
        <a:lstStyle/>
        <a:p>
          <a:endParaRPr kumimoji="1" lang="ja-JP" altLang="en-US"/>
        </a:p>
      </dgm:t>
    </dgm:pt>
    <dgm:pt modelId="{4ECD1AEB-78AE-4737-9B6F-3BB73DF99A15}" type="sibTrans" cxnId="{060039CF-A021-42CA-97CB-C5C2ED4819B0}">
      <dgm:prSet/>
      <dgm:spPr/>
      <dgm:t>
        <a:bodyPr/>
        <a:lstStyle/>
        <a:p>
          <a:endParaRPr kumimoji="1" lang="ja-JP" altLang="en-US"/>
        </a:p>
      </dgm:t>
    </dgm:pt>
    <dgm:pt modelId="{990B93BB-6BE9-4EC9-9698-FEB9E398E329}">
      <dgm:prSet/>
      <dgm:spPr/>
      <dgm:t>
        <a:bodyPr/>
        <a:lstStyle/>
        <a:p>
          <a:r>
            <a:rPr kumimoji="1" lang="ja-JP" altLang="en-US" dirty="0"/>
            <a:t>さくらの</a:t>
          </a:r>
          <a:r>
            <a:rPr kumimoji="1" lang="en-US" altLang="ja-JP" dirty="0"/>
            <a:t>AI Engine</a:t>
          </a:r>
          <a:r>
            <a:rPr kumimoji="1" lang="ja-JP" altLang="en-US" dirty="0"/>
            <a:t>は文字起こし・要約を行い、結果をサーバに返却</a:t>
          </a:r>
        </a:p>
      </dgm:t>
    </dgm:pt>
    <dgm:pt modelId="{531E1E88-68A7-41D3-83A7-48290602AC12}" type="parTrans" cxnId="{4CA9A1D7-3F76-4E1B-9E2B-585812FA3FF9}">
      <dgm:prSet/>
      <dgm:spPr/>
      <dgm:t>
        <a:bodyPr/>
        <a:lstStyle/>
        <a:p>
          <a:endParaRPr kumimoji="1" lang="ja-JP" altLang="en-US"/>
        </a:p>
      </dgm:t>
    </dgm:pt>
    <dgm:pt modelId="{90517755-3A29-42CA-A139-F2A2ABDE6D51}" type="sibTrans" cxnId="{4CA9A1D7-3F76-4E1B-9E2B-585812FA3FF9}">
      <dgm:prSet/>
      <dgm:spPr/>
      <dgm:t>
        <a:bodyPr/>
        <a:lstStyle/>
        <a:p>
          <a:endParaRPr kumimoji="1" lang="ja-JP" altLang="en-US"/>
        </a:p>
      </dgm:t>
    </dgm:pt>
    <dgm:pt modelId="{BF9D835E-EA28-4516-AE6A-792A2F646325}">
      <dgm:prSet/>
      <dgm:spPr/>
      <dgm:t>
        <a:bodyPr/>
        <a:lstStyle/>
        <a:p>
          <a:r>
            <a:rPr kumimoji="1" lang="ja-JP" altLang="en-US" dirty="0"/>
            <a:t>サーバの常駐プロセスが録画データを</a:t>
          </a:r>
          <a:br>
            <a:rPr kumimoji="1" lang="en-US" altLang="ja-JP" dirty="0"/>
          </a:br>
          <a:r>
            <a:rPr kumimoji="1" lang="ja-JP" altLang="en-US" dirty="0"/>
            <a:t>取得＆音声エンコードし、</a:t>
          </a:r>
          <a:br>
            <a:rPr kumimoji="1" lang="en-US" altLang="ja-JP" dirty="0"/>
          </a:br>
          <a:r>
            <a:rPr kumimoji="1" lang="ja-JP" altLang="en-US" dirty="0"/>
            <a:t>さくらの</a:t>
          </a:r>
          <a:r>
            <a:rPr kumimoji="1" lang="en-US" altLang="ja-JP" dirty="0"/>
            <a:t>AI Engine</a:t>
          </a:r>
          <a:r>
            <a:rPr kumimoji="1" lang="ja-JP" altLang="en-US" dirty="0"/>
            <a:t>呼び出し</a:t>
          </a:r>
        </a:p>
      </dgm:t>
    </dgm:pt>
    <dgm:pt modelId="{07F76D7C-12F3-4A74-B7B8-54AAFAE3A7EB}" type="parTrans" cxnId="{1FA246A7-D533-451E-8A43-2B5ACBFE7DAA}">
      <dgm:prSet/>
      <dgm:spPr/>
      <dgm:t>
        <a:bodyPr/>
        <a:lstStyle/>
        <a:p>
          <a:endParaRPr kumimoji="1" lang="ja-JP" altLang="en-US"/>
        </a:p>
      </dgm:t>
    </dgm:pt>
    <dgm:pt modelId="{BF3901B3-AD6A-471A-AB52-3D67542E3943}" type="sibTrans" cxnId="{1FA246A7-D533-451E-8A43-2B5ACBFE7DAA}">
      <dgm:prSet/>
      <dgm:spPr/>
      <dgm:t>
        <a:bodyPr/>
        <a:lstStyle/>
        <a:p>
          <a:endParaRPr kumimoji="1" lang="ja-JP" altLang="en-US"/>
        </a:p>
      </dgm:t>
    </dgm:pt>
    <dgm:pt modelId="{3C921E30-5C7F-42BF-A1B0-80E33D445967}">
      <dgm:prSet/>
      <dgm:spPr/>
      <dgm:t>
        <a:bodyPr/>
        <a:lstStyle/>
        <a:p>
          <a:r>
            <a:rPr kumimoji="1" lang="ja-JP" altLang="en-US" dirty="0"/>
            <a:t>サーバは文字起こしデータを</a:t>
          </a:r>
          <a:br>
            <a:rPr kumimoji="1" lang="en-US" altLang="ja-JP" dirty="0"/>
          </a:br>
          <a:r>
            <a:rPr kumimoji="1" lang="ja-JP" altLang="en-US" dirty="0"/>
            <a:t>オブジェクトストレージに反映</a:t>
          </a:r>
        </a:p>
      </dgm:t>
    </dgm:pt>
    <dgm:pt modelId="{665E943C-0F96-4EF2-BB3F-FDDEC980B70B}" type="parTrans" cxnId="{3533B7B3-4893-47CD-8427-884CF21962CF}">
      <dgm:prSet/>
      <dgm:spPr/>
      <dgm:t>
        <a:bodyPr/>
        <a:lstStyle/>
        <a:p>
          <a:endParaRPr kumimoji="1" lang="ja-JP" altLang="en-US"/>
        </a:p>
      </dgm:t>
    </dgm:pt>
    <dgm:pt modelId="{8F37F1D1-EB65-424A-9F2C-5A6C01FF88FD}" type="sibTrans" cxnId="{3533B7B3-4893-47CD-8427-884CF21962CF}">
      <dgm:prSet/>
      <dgm:spPr/>
      <dgm:t>
        <a:bodyPr/>
        <a:lstStyle/>
        <a:p>
          <a:endParaRPr kumimoji="1" lang="ja-JP" altLang="en-US"/>
        </a:p>
      </dgm:t>
    </dgm:pt>
    <dgm:pt modelId="{0760C2DF-2177-47DA-855B-8BE580B99E96}">
      <dgm:prSet/>
      <dgm:spPr/>
      <dgm:t>
        <a:bodyPr/>
        <a:lstStyle/>
        <a:p>
          <a:r>
            <a:rPr kumimoji="1" lang="ja-JP" altLang="en-US" dirty="0"/>
            <a:t>サーバはシンプル通知を通じて</a:t>
          </a:r>
          <a:br>
            <a:rPr kumimoji="1" lang="en-US" altLang="ja-JP" dirty="0"/>
          </a:br>
          <a:r>
            <a:rPr kumimoji="1" lang="ja-JP" altLang="en-US" dirty="0"/>
            <a:t>処理完了を通知</a:t>
          </a:r>
        </a:p>
      </dgm:t>
    </dgm:pt>
    <dgm:pt modelId="{C86175C8-6BEE-4233-87A0-AC9D97431754}" type="parTrans" cxnId="{5A1477C0-7BC2-4F7F-A474-3457E0277643}">
      <dgm:prSet/>
      <dgm:spPr/>
      <dgm:t>
        <a:bodyPr/>
        <a:lstStyle/>
        <a:p>
          <a:endParaRPr kumimoji="1" lang="ja-JP" altLang="en-US"/>
        </a:p>
      </dgm:t>
    </dgm:pt>
    <dgm:pt modelId="{829E4281-4D91-494B-B459-20A27C7D5AE6}" type="sibTrans" cxnId="{5A1477C0-7BC2-4F7F-A474-3457E0277643}">
      <dgm:prSet/>
      <dgm:spPr/>
      <dgm:t>
        <a:bodyPr/>
        <a:lstStyle/>
        <a:p>
          <a:endParaRPr kumimoji="1" lang="ja-JP" altLang="en-US"/>
        </a:p>
      </dgm:t>
    </dgm:pt>
    <dgm:pt modelId="{AAF068EB-C2BA-4E4C-941C-A230B9E551D1}" type="pres">
      <dgm:prSet presAssocID="{D142EE24-A998-424A-BA28-CAF4949ECFAF}" presName="linearFlow" presStyleCnt="0">
        <dgm:presLayoutVars>
          <dgm:resizeHandles val="exact"/>
        </dgm:presLayoutVars>
      </dgm:prSet>
      <dgm:spPr/>
    </dgm:pt>
    <dgm:pt modelId="{2E1175F2-C1BC-4312-B787-E37F965D2F17}" type="pres">
      <dgm:prSet presAssocID="{FCFB28AA-E588-44ED-98EE-784789F81932}" presName="node" presStyleLbl="node1" presStyleIdx="0" presStyleCnt="7">
        <dgm:presLayoutVars>
          <dgm:bulletEnabled val="1"/>
        </dgm:presLayoutVars>
      </dgm:prSet>
      <dgm:spPr/>
    </dgm:pt>
    <dgm:pt modelId="{EAB550B0-8B66-4FD5-AA39-3877AE739144}" type="pres">
      <dgm:prSet presAssocID="{0E70C1FF-71B2-424F-B47F-AB7512B0ED18}" presName="sibTrans" presStyleLbl="sibTrans2D1" presStyleIdx="0" presStyleCnt="6"/>
      <dgm:spPr/>
    </dgm:pt>
    <dgm:pt modelId="{EC5E3B44-AFAB-4DD5-839F-051C3DAF6A39}" type="pres">
      <dgm:prSet presAssocID="{0E70C1FF-71B2-424F-B47F-AB7512B0ED18}" presName="connectorText" presStyleLbl="sibTrans2D1" presStyleIdx="0" presStyleCnt="6"/>
      <dgm:spPr/>
    </dgm:pt>
    <dgm:pt modelId="{39B6DCBB-71CA-4223-B0D3-607C3277F876}" type="pres">
      <dgm:prSet presAssocID="{282C7160-1280-4C38-8D62-C833D2079100}" presName="node" presStyleLbl="node1" presStyleIdx="1" presStyleCnt="7">
        <dgm:presLayoutVars>
          <dgm:bulletEnabled val="1"/>
        </dgm:presLayoutVars>
      </dgm:prSet>
      <dgm:spPr/>
    </dgm:pt>
    <dgm:pt modelId="{C064154F-0AF2-4AF0-B11A-FB237C2BF60F}" type="pres">
      <dgm:prSet presAssocID="{75AFCF26-CA80-4FDF-B1D0-944AA24934A1}" presName="sibTrans" presStyleLbl="sibTrans2D1" presStyleIdx="1" presStyleCnt="6"/>
      <dgm:spPr/>
    </dgm:pt>
    <dgm:pt modelId="{26053658-5444-4A21-8A39-8A85D705578F}" type="pres">
      <dgm:prSet presAssocID="{75AFCF26-CA80-4FDF-B1D0-944AA24934A1}" presName="connectorText" presStyleLbl="sibTrans2D1" presStyleIdx="1" presStyleCnt="6"/>
      <dgm:spPr/>
    </dgm:pt>
    <dgm:pt modelId="{401DDB35-9780-4897-A309-73A84EABE41F}" type="pres">
      <dgm:prSet presAssocID="{B3DFF331-5D87-4A57-B8A1-9677CB2F7E3D}" presName="node" presStyleLbl="node1" presStyleIdx="2" presStyleCnt="7">
        <dgm:presLayoutVars>
          <dgm:bulletEnabled val="1"/>
        </dgm:presLayoutVars>
      </dgm:prSet>
      <dgm:spPr/>
    </dgm:pt>
    <dgm:pt modelId="{3D056114-0484-4EDF-86EC-D5D9428A7BF9}" type="pres">
      <dgm:prSet presAssocID="{4ECD1AEB-78AE-4737-9B6F-3BB73DF99A15}" presName="sibTrans" presStyleLbl="sibTrans2D1" presStyleIdx="2" presStyleCnt="6"/>
      <dgm:spPr/>
    </dgm:pt>
    <dgm:pt modelId="{892CE5D1-ABBB-48EA-9D08-056C49FF4520}" type="pres">
      <dgm:prSet presAssocID="{4ECD1AEB-78AE-4737-9B6F-3BB73DF99A15}" presName="connectorText" presStyleLbl="sibTrans2D1" presStyleIdx="2" presStyleCnt="6"/>
      <dgm:spPr/>
    </dgm:pt>
    <dgm:pt modelId="{7253D03E-F494-4FA9-A711-DCC6F06178F0}" type="pres">
      <dgm:prSet presAssocID="{BF9D835E-EA28-4516-AE6A-792A2F646325}" presName="node" presStyleLbl="node1" presStyleIdx="3" presStyleCnt="7">
        <dgm:presLayoutVars>
          <dgm:bulletEnabled val="1"/>
        </dgm:presLayoutVars>
      </dgm:prSet>
      <dgm:spPr/>
    </dgm:pt>
    <dgm:pt modelId="{634B6EAC-C545-413B-B32E-0393E60FE0F9}" type="pres">
      <dgm:prSet presAssocID="{BF3901B3-AD6A-471A-AB52-3D67542E3943}" presName="sibTrans" presStyleLbl="sibTrans2D1" presStyleIdx="3" presStyleCnt="6"/>
      <dgm:spPr/>
    </dgm:pt>
    <dgm:pt modelId="{413DA36F-D69B-4D7C-887F-BA5627E17695}" type="pres">
      <dgm:prSet presAssocID="{BF3901B3-AD6A-471A-AB52-3D67542E3943}" presName="connectorText" presStyleLbl="sibTrans2D1" presStyleIdx="3" presStyleCnt="6"/>
      <dgm:spPr/>
    </dgm:pt>
    <dgm:pt modelId="{B149C04E-7AEB-4A78-B7D7-AC20C233D7B6}" type="pres">
      <dgm:prSet presAssocID="{990B93BB-6BE9-4EC9-9698-FEB9E398E329}" presName="node" presStyleLbl="node1" presStyleIdx="4" presStyleCnt="7">
        <dgm:presLayoutVars>
          <dgm:bulletEnabled val="1"/>
        </dgm:presLayoutVars>
      </dgm:prSet>
      <dgm:spPr/>
    </dgm:pt>
    <dgm:pt modelId="{876973CB-19C6-4A07-8E92-BB7965FAF234}" type="pres">
      <dgm:prSet presAssocID="{90517755-3A29-42CA-A139-F2A2ABDE6D51}" presName="sibTrans" presStyleLbl="sibTrans2D1" presStyleIdx="4" presStyleCnt="6"/>
      <dgm:spPr/>
    </dgm:pt>
    <dgm:pt modelId="{AF3E0FD6-7AC6-4380-9318-F7806A575B51}" type="pres">
      <dgm:prSet presAssocID="{90517755-3A29-42CA-A139-F2A2ABDE6D51}" presName="connectorText" presStyleLbl="sibTrans2D1" presStyleIdx="4" presStyleCnt="6"/>
      <dgm:spPr/>
    </dgm:pt>
    <dgm:pt modelId="{23263FBF-5528-4109-B2ED-87E1E7DCEB63}" type="pres">
      <dgm:prSet presAssocID="{3C921E30-5C7F-42BF-A1B0-80E33D445967}" presName="node" presStyleLbl="node1" presStyleIdx="5" presStyleCnt="7">
        <dgm:presLayoutVars>
          <dgm:bulletEnabled val="1"/>
        </dgm:presLayoutVars>
      </dgm:prSet>
      <dgm:spPr/>
    </dgm:pt>
    <dgm:pt modelId="{18D4A096-9F13-44E4-A778-EFE42993CB0B}" type="pres">
      <dgm:prSet presAssocID="{8F37F1D1-EB65-424A-9F2C-5A6C01FF88FD}" presName="sibTrans" presStyleLbl="sibTrans2D1" presStyleIdx="5" presStyleCnt="6"/>
      <dgm:spPr/>
    </dgm:pt>
    <dgm:pt modelId="{2BF24C72-41C7-4320-ABBA-D92FFB025B7F}" type="pres">
      <dgm:prSet presAssocID="{8F37F1D1-EB65-424A-9F2C-5A6C01FF88FD}" presName="connectorText" presStyleLbl="sibTrans2D1" presStyleIdx="5" presStyleCnt="6"/>
      <dgm:spPr/>
    </dgm:pt>
    <dgm:pt modelId="{A576E462-304F-490D-BE6C-4E5A74D8E0F1}" type="pres">
      <dgm:prSet presAssocID="{0760C2DF-2177-47DA-855B-8BE580B99E96}" presName="node" presStyleLbl="node1" presStyleIdx="6" presStyleCnt="7">
        <dgm:presLayoutVars>
          <dgm:bulletEnabled val="1"/>
        </dgm:presLayoutVars>
      </dgm:prSet>
      <dgm:spPr/>
    </dgm:pt>
  </dgm:ptLst>
  <dgm:cxnLst>
    <dgm:cxn modelId="{05E23329-57F2-472A-A75C-94A5F74576E6}" type="presOf" srcId="{0E70C1FF-71B2-424F-B47F-AB7512B0ED18}" destId="{EAB550B0-8B66-4FD5-AA39-3877AE739144}" srcOrd="0" destOrd="0" presId="urn:microsoft.com/office/officeart/2005/8/layout/process2"/>
    <dgm:cxn modelId="{11A9705D-B7EB-4230-B682-B1D3B48A77FD}" type="presOf" srcId="{4ECD1AEB-78AE-4737-9B6F-3BB73DF99A15}" destId="{892CE5D1-ABBB-48EA-9D08-056C49FF4520}" srcOrd="1" destOrd="0" presId="urn:microsoft.com/office/officeart/2005/8/layout/process2"/>
    <dgm:cxn modelId="{FFFBD641-ABF8-469B-9896-FB642BAD7128}" srcId="{D142EE24-A998-424A-BA28-CAF4949ECFAF}" destId="{282C7160-1280-4C38-8D62-C833D2079100}" srcOrd="1" destOrd="0" parTransId="{48BA8B2D-B219-40B2-A9C8-AC1FBE7114E7}" sibTransId="{75AFCF26-CA80-4FDF-B1D0-944AA24934A1}"/>
    <dgm:cxn modelId="{CD8DF443-F476-4DD3-BC33-9542B376595F}" srcId="{D142EE24-A998-424A-BA28-CAF4949ECFAF}" destId="{FCFB28AA-E588-44ED-98EE-784789F81932}" srcOrd="0" destOrd="0" parTransId="{F618B8E0-D4D3-4E55-B918-6507C8BF99BB}" sibTransId="{0E70C1FF-71B2-424F-B47F-AB7512B0ED18}"/>
    <dgm:cxn modelId="{2620F264-3B68-4C2C-B487-B77CF3106862}" type="presOf" srcId="{90517755-3A29-42CA-A139-F2A2ABDE6D51}" destId="{AF3E0FD6-7AC6-4380-9318-F7806A575B51}" srcOrd="1" destOrd="0" presId="urn:microsoft.com/office/officeart/2005/8/layout/process2"/>
    <dgm:cxn modelId="{C83A4B6A-ADF1-4772-8C76-DC5A1C056673}" type="presOf" srcId="{D142EE24-A998-424A-BA28-CAF4949ECFAF}" destId="{AAF068EB-C2BA-4E4C-941C-A230B9E551D1}" srcOrd="0" destOrd="0" presId="urn:microsoft.com/office/officeart/2005/8/layout/process2"/>
    <dgm:cxn modelId="{62F2764A-2126-4C6E-B31D-80772F44A88C}" type="presOf" srcId="{8F37F1D1-EB65-424A-9F2C-5A6C01FF88FD}" destId="{2BF24C72-41C7-4320-ABBA-D92FFB025B7F}" srcOrd="1" destOrd="0" presId="urn:microsoft.com/office/officeart/2005/8/layout/process2"/>
    <dgm:cxn modelId="{CB8A144B-1B5B-40BE-A5E6-DF3603EB6B54}" type="presOf" srcId="{90517755-3A29-42CA-A139-F2A2ABDE6D51}" destId="{876973CB-19C6-4A07-8E92-BB7965FAF234}" srcOrd="0" destOrd="0" presId="urn:microsoft.com/office/officeart/2005/8/layout/process2"/>
    <dgm:cxn modelId="{4561437A-89D3-49A1-8717-7ECDECDCDF56}" type="presOf" srcId="{282C7160-1280-4C38-8D62-C833D2079100}" destId="{39B6DCBB-71CA-4223-B0D3-607C3277F876}" srcOrd="0" destOrd="0" presId="urn:microsoft.com/office/officeart/2005/8/layout/process2"/>
    <dgm:cxn modelId="{2410317D-5619-4729-A8A1-27C2E1CAC85C}" type="presOf" srcId="{990B93BB-6BE9-4EC9-9698-FEB9E398E329}" destId="{B149C04E-7AEB-4A78-B7D7-AC20C233D7B6}" srcOrd="0" destOrd="0" presId="urn:microsoft.com/office/officeart/2005/8/layout/process2"/>
    <dgm:cxn modelId="{CAFE1595-BA33-4153-8650-A4BDF150CB52}" type="presOf" srcId="{BF3901B3-AD6A-471A-AB52-3D67542E3943}" destId="{634B6EAC-C545-413B-B32E-0393E60FE0F9}" srcOrd="0" destOrd="0" presId="urn:microsoft.com/office/officeart/2005/8/layout/process2"/>
    <dgm:cxn modelId="{2EF438A0-F9B0-4CE0-AA76-DCCA40A047EC}" type="presOf" srcId="{0760C2DF-2177-47DA-855B-8BE580B99E96}" destId="{A576E462-304F-490D-BE6C-4E5A74D8E0F1}" srcOrd="0" destOrd="0" presId="urn:microsoft.com/office/officeart/2005/8/layout/process2"/>
    <dgm:cxn modelId="{E52515A1-04EA-4176-8778-24C0FE9C5339}" type="presOf" srcId="{BF3901B3-AD6A-471A-AB52-3D67542E3943}" destId="{413DA36F-D69B-4D7C-887F-BA5627E17695}" srcOrd="1" destOrd="0" presId="urn:microsoft.com/office/officeart/2005/8/layout/process2"/>
    <dgm:cxn modelId="{1FA246A7-D533-451E-8A43-2B5ACBFE7DAA}" srcId="{D142EE24-A998-424A-BA28-CAF4949ECFAF}" destId="{BF9D835E-EA28-4516-AE6A-792A2F646325}" srcOrd="3" destOrd="0" parTransId="{07F76D7C-12F3-4A74-B7B8-54AAFAE3A7EB}" sibTransId="{BF3901B3-AD6A-471A-AB52-3D67542E3943}"/>
    <dgm:cxn modelId="{014CB6AC-9B21-4B0F-B5D3-1F9731D95D1E}" type="presOf" srcId="{8F37F1D1-EB65-424A-9F2C-5A6C01FF88FD}" destId="{18D4A096-9F13-44E4-A778-EFE42993CB0B}" srcOrd="0" destOrd="0" presId="urn:microsoft.com/office/officeart/2005/8/layout/process2"/>
    <dgm:cxn modelId="{8A9136AE-F05C-45D7-873E-78DC1EAA1553}" type="presOf" srcId="{BF9D835E-EA28-4516-AE6A-792A2F646325}" destId="{7253D03E-F494-4FA9-A711-DCC6F06178F0}" srcOrd="0" destOrd="0" presId="urn:microsoft.com/office/officeart/2005/8/layout/process2"/>
    <dgm:cxn modelId="{3533B7B3-4893-47CD-8427-884CF21962CF}" srcId="{D142EE24-A998-424A-BA28-CAF4949ECFAF}" destId="{3C921E30-5C7F-42BF-A1B0-80E33D445967}" srcOrd="5" destOrd="0" parTransId="{665E943C-0F96-4EF2-BB3F-FDDEC980B70B}" sibTransId="{8F37F1D1-EB65-424A-9F2C-5A6C01FF88FD}"/>
    <dgm:cxn modelId="{DC7812C0-24DF-404C-8B09-6735A909A090}" type="presOf" srcId="{FCFB28AA-E588-44ED-98EE-784789F81932}" destId="{2E1175F2-C1BC-4312-B787-E37F965D2F17}" srcOrd="0" destOrd="0" presId="urn:microsoft.com/office/officeart/2005/8/layout/process2"/>
    <dgm:cxn modelId="{5A1477C0-7BC2-4F7F-A474-3457E0277643}" srcId="{D142EE24-A998-424A-BA28-CAF4949ECFAF}" destId="{0760C2DF-2177-47DA-855B-8BE580B99E96}" srcOrd="6" destOrd="0" parTransId="{C86175C8-6BEE-4233-87A0-AC9D97431754}" sibTransId="{829E4281-4D91-494B-B459-20A27C7D5AE6}"/>
    <dgm:cxn modelId="{D1785FC3-5F4B-4E14-B4F6-E6F4FD7865EE}" type="presOf" srcId="{B3DFF331-5D87-4A57-B8A1-9677CB2F7E3D}" destId="{401DDB35-9780-4897-A309-73A84EABE41F}" srcOrd="0" destOrd="0" presId="urn:microsoft.com/office/officeart/2005/8/layout/process2"/>
    <dgm:cxn modelId="{060039CF-A021-42CA-97CB-C5C2ED4819B0}" srcId="{D142EE24-A998-424A-BA28-CAF4949ECFAF}" destId="{B3DFF331-5D87-4A57-B8A1-9677CB2F7E3D}" srcOrd="2" destOrd="0" parTransId="{097EE1FF-EC01-4E8E-BC06-6070EFCA437D}" sibTransId="{4ECD1AEB-78AE-4737-9B6F-3BB73DF99A15}"/>
    <dgm:cxn modelId="{BD784ED7-C8E1-40DA-B68D-269C3C574944}" type="presOf" srcId="{75AFCF26-CA80-4FDF-B1D0-944AA24934A1}" destId="{26053658-5444-4A21-8A39-8A85D705578F}" srcOrd="1" destOrd="0" presId="urn:microsoft.com/office/officeart/2005/8/layout/process2"/>
    <dgm:cxn modelId="{4CA9A1D7-3F76-4E1B-9E2B-585812FA3FF9}" srcId="{D142EE24-A998-424A-BA28-CAF4949ECFAF}" destId="{990B93BB-6BE9-4EC9-9698-FEB9E398E329}" srcOrd="4" destOrd="0" parTransId="{531E1E88-68A7-41D3-83A7-48290602AC12}" sibTransId="{90517755-3A29-42CA-A139-F2A2ABDE6D51}"/>
    <dgm:cxn modelId="{75A086E2-DC1F-44C8-976C-9E4C64619FCD}" type="presOf" srcId="{4ECD1AEB-78AE-4737-9B6F-3BB73DF99A15}" destId="{3D056114-0484-4EDF-86EC-D5D9428A7BF9}" srcOrd="0" destOrd="0" presId="urn:microsoft.com/office/officeart/2005/8/layout/process2"/>
    <dgm:cxn modelId="{48E946F8-E6C1-4238-8F07-031EFE928911}" type="presOf" srcId="{75AFCF26-CA80-4FDF-B1D0-944AA24934A1}" destId="{C064154F-0AF2-4AF0-B11A-FB237C2BF60F}" srcOrd="0" destOrd="0" presId="urn:microsoft.com/office/officeart/2005/8/layout/process2"/>
    <dgm:cxn modelId="{8C0685F8-60B6-401B-A08E-61E99A8E1E47}" type="presOf" srcId="{0E70C1FF-71B2-424F-B47F-AB7512B0ED18}" destId="{EC5E3B44-AFAB-4DD5-839F-051C3DAF6A39}" srcOrd="1" destOrd="0" presId="urn:microsoft.com/office/officeart/2005/8/layout/process2"/>
    <dgm:cxn modelId="{73671DFC-F6B5-4911-85B8-F2020505D0B5}" type="presOf" srcId="{3C921E30-5C7F-42BF-A1B0-80E33D445967}" destId="{23263FBF-5528-4109-B2ED-87E1E7DCEB63}" srcOrd="0" destOrd="0" presId="urn:microsoft.com/office/officeart/2005/8/layout/process2"/>
    <dgm:cxn modelId="{B352ACE2-2259-46B4-9685-D95667DBA5DE}" type="presParOf" srcId="{AAF068EB-C2BA-4E4C-941C-A230B9E551D1}" destId="{2E1175F2-C1BC-4312-B787-E37F965D2F17}" srcOrd="0" destOrd="0" presId="urn:microsoft.com/office/officeart/2005/8/layout/process2"/>
    <dgm:cxn modelId="{6EF519F9-E46A-4B58-BCC8-22D1552CAE81}" type="presParOf" srcId="{AAF068EB-C2BA-4E4C-941C-A230B9E551D1}" destId="{EAB550B0-8B66-4FD5-AA39-3877AE739144}" srcOrd="1" destOrd="0" presId="urn:microsoft.com/office/officeart/2005/8/layout/process2"/>
    <dgm:cxn modelId="{B8204CC0-7BE6-4122-8924-C5F8D5DF4A24}" type="presParOf" srcId="{EAB550B0-8B66-4FD5-AA39-3877AE739144}" destId="{EC5E3B44-AFAB-4DD5-839F-051C3DAF6A39}" srcOrd="0" destOrd="0" presId="urn:microsoft.com/office/officeart/2005/8/layout/process2"/>
    <dgm:cxn modelId="{0B8A6702-528C-4C5E-AC55-AE85878E1B81}" type="presParOf" srcId="{AAF068EB-C2BA-4E4C-941C-A230B9E551D1}" destId="{39B6DCBB-71CA-4223-B0D3-607C3277F876}" srcOrd="2" destOrd="0" presId="urn:microsoft.com/office/officeart/2005/8/layout/process2"/>
    <dgm:cxn modelId="{0DF6D502-BCCA-4646-8E2D-93E465974AC3}" type="presParOf" srcId="{AAF068EB-C2BA-4E4C-941C-A230B9E551D1}" destId="{C064154F-0AF2-4AF0-B11A-FB237C2BF60F}" srcOrd="3" destOrd="0" presId="urn:microsoft.com/office/officeart/2005/8/layout/process2"/>
    <dgm:cxn modelId="{EEAB82E5-8358-4F79-840A-0D1C154D69D0}" type="presParOf" srcId="{C064154F-0AF2-4AF0-B11A-FB237C2BF60F}" destId="{26053658-5444-4A21-8A39-8A85D705578F}" srcOrd="0" destOrd="0" presId="urn:microsoft.com/office/officeart/2005/8/layout/process2"/>
    <dgm:cxn modelId="{BC69718C-2763-45D4-A737-C2082B7EE16E}" type="presParOf" srcId="{AAF068EB-C2BA-4E4C-941C-A230B9E551D1}" destId="{401DDB35-9780-4897-A309-73A84EABE41F}" srcOrd="4" destOrd="0" presId="urn:microsoft.com/office/officeart/2005/8/layout/process2"/>
    <dgm:cxn modelId="{969CACB5-C435-411F-A4EF-C4C1563C40C8}" type="presParOf" srcId="{AAF068EB-C2BA-4E4C-941C-A230B9E551D1}" destId="{3D056114-0484-4EDF-86EC-D5D9428A7BF9}" srcOrd="5" destOrd="0" presId="urn:microsoft.com/office/officeart/2005/8/layout/process2"/>
    <dgm:cxn modelId="{AB32202E-2FAE-44FD-BE6C-82A214D4D2F3}" type="presParOf" srcId="{3D056114-0484-4EDF-86EC-D5D9428A7BF9}" destId="{892CE5D1-ABBB-48EA-9D08-056C49FF4520}" srcOrd="0" destOrd="0" presId="urn:microsoft.com/office/officeart/2005/8/layout/process2"/>
    <dgm:cxn modelId="{17F0C14A-34DB-4019-BFAC-55A014719886}" type="presParOf" srcId="{AAF068EB-C2BA-4E4C-941C-A230B9E551D1}" destId="{7253D03E-F494-4FA9-A711-DCC6F06178F0}" srcOrd="6" destOrd="0" presId="urn:microsoft.com/office/officeart/2005/8/layout/process2"/>
    <dgm:cxn modelId="{2E95F82D-9B16-4EF5-998A-6C0045592B41}" type="presParOf" srcId="{AAF068EB-C2BA-4E4C-941C-A230B9E551D1}" destId="{634B6EAC-C545-413B-B32E-0393E60FE0F9}" srcOrd="7" destOrd="0" presId="urn:microsoft.com/office/officeart/2005/8/layout/process2"/>
    <dgm:cxn modelId="{7456D71C-3AFF-4CEB-9868-8C9C063AC88E}" type="presParOf" srcId="{634B6EAC-C545-413B-B32E-0393E60FE0F9}" destId="{413DA36F-D69B-4D7C-887F-BA5627E17695}" srcOrd="0" destOrd="0" presId="urn:microsoft.com/office/officeart/2005/8/layout/process2"/>
    <dgm:cxn modelId="{92E84F24-DA46-44E5-AFAA-7D216D816CE9}" type="presParOf" srcId="{AAF068EB-C2BA-4E4C-941C-A230B9E551D1}" destId="{B149C04E-7AEB-4A78-B7D7-AC20C233D7B6}" srcOrd="8" destOrd="0" presId="urn:microsoft.com/office/officeart/2005/8/layout/process2"/>
    <dgm:cxn modelId="{ADC66C68-DB4C-4354-8410-2067A0245D51}" type="presParOf" srcId="{AAF068EB-C2BA-4E4C-941C-A230B9E551D1}" destId="{876973CB-19C6-4A07-8E92-BB7965FAF234}" srcOrd="9" destOrd="0" presId="urn:microsoft.com/office/officeart/2005/8/layout/process2"/>
    <dgm:cxn modelId="{0EEA4ADF-D446-4F40-A763-622D826DA19B}" type="presParOf" srcId="{876973CB-19C6-4A07-8E92-BB7965FAF234}" destId="{AF3E0FD6-7AC6-4380-9318-F7806A575B51}" srcOrd="0" destOrd="0" presId="urn:microsoft.com/office/officeart/2005/8/layout/process2"/>
    <dgm:cxn modelId="{DF6F6119-D684-4892-9FC3-A2245AC7EB1E}" type="presParOf" srcId="{AAF068EB-C2BA-4E4C-941C-A230B9E551D1}" destId="{23263FBF-5528-4109-B2ED-87E1E7DCEB63}" srcOrd="10" destOrd="0" presId="urn:microsoft.com/office/officeart/2005/8/layout/process2"/>
    <dgm:cxn modelId="{31B7EA4E-3E09-4018-BF31-2C5625FB986F}" type="presParOf" srcId="{AAF068EB-C2BA-4E4C-941C-A230B9E551D1}" destId="{18D4A096-9F13-44E4-A778-EFE42993CB0B}" srcOrd="11" destOrd="0" presId="urn:microsoft.com/office/officeart/2005/8/layout/process2"/>
    <dgm:cxn modelId="{FE381250-13D7-496C-8484-2C2EEC48935B}" type="presParOf" srcId="{18D4A096-9F13-44E4-A778-EFE42993CB0B}" destId="{2BF24C72-41C7-4320-ABBA-D92FFB025B7F}" srcOrd="0" destOrd="0" presId="urn:microsoft.com/office/officeart/2005/8/layout/process2"/>
    <dgm:cxn modelId="{68A457CC-5482-41FF-A1E6-0D8F82C83736}" type="presParOf" srcId="{AAF068EB-C2BA-4E4C-941C-A230B9E551D1}" destId="{A576E462-304F-490D-BE6C-4E5A74D8E0F1}" srcOrd="1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1175F2-C1BC-4312-B787-E37F965D2F17}">
      <dsp:nvSpPr>
        <dsp:cNvPr id="0" name=""/>
        <dsp:cNvSpPr/>
      </dsp:nvSpPr>
      <dsp:spPr>
        <a:xfrm>
          <a:off x="1335195" y="1674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ja-JP" sz="1500" kern="1200" dirty="0" err="1"/>
            <a:t>ImageFlux</a:t>
          </a:r>
          <a:r>
            <a:rPr kumimoji="1" lang="ja-JP" altLang="en-US" sz="1500" kern="1200" dirty="0"/>
            <a:t>が</a:t>
          </a:r>
          <a:r>
            <a:rPr kumimoji="1" lang="en-US" altLang="ja-JP" sz="1500" kern="1200" dirty="0" err="1"/>
            <a:t>AppRun</a:t>
          </a:r>
          <a:r>
            <a:rPr kumimoji="1" lang="ja-JP" altLang="en-US" sz="1500" kern="1200" dirty="0"/>
            <a:t>共用型に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アーカイブ保存完了のイベント</a:t>
          </a:r>
          <a:r>
            <a:rPr kumimoji="1" lang="en-US" altLang="ja-JP" sz="1500" kern="1200" dirty="0"/>
            <a:t>Webhook</a:t>
          </a:r>
          <a:r>
            <a:rPr kumimoji="1" lang="ja-JP" altLang="en-US" sz="1500" kern="1200" dirty="0"/>
            <a:t>通知を送信</a:t>
          </a:r>
        </a:p>
      </dsp:txBody>
      <dsp:txXfrm>
        <a:off x="1375358" y="41837"/>
        <a:ext cx="3575220" cy="1290939"/>
      </dsp:txXfrm>
    </dsp:sp>
    <dsp:sp modelId="{EAB550B0-8B66-4FD5-AA39-3877AE739144}">
      <dsp:nvSpPr>
        <dsp:cNvPr id="0" name=""/>
        <dsp:cNvSpPr/>
      </dsp:nvSpPr>
      <dsp:spPr>
        <a:xfrm rot="5400000">
          <a:off x="2905856" y="1407221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1458644"/>
        <a:ext cx="370241" cy="359957"/>
      </dsp:txXfrm>
    </dsp:sp>
    <dsp:sp modelId="{39B6DCBB-71CA-4223-B0D3-607C3277F876}">
      <dsp:nvSpPr>
        <dsp:cNvPr id="0" name=""/>
        <dsp:cNvSpPr/>
      </dsp:nvSpPr>
      <dsp:spPr>
        <a:xfrm>
          <a:off x="1335195" y="2058572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ja-JP" sz="1500" kern="1200" dirty="0" err="1"/>
            <a:t>AppRun</a:t>
          </a:r>
          <a:r>
            <a:rPr kumimoji="1" lang="ja-JP" altLang="en-US" sz="1500" kern="1200" dirty="0"/>
            <a:t>共用型はシンプル</a:t>
          </a:r>
          <a:r>
            <a:rPr kumimoji="1" lang="en-US" altLang="ja-JP" sz="1500" kern="1200" dirty="0"/>
            <a:t>MQ</a:t>
          </a:r>
          <a:r>
            <a:rPr kumimoji="1" lang="ja-JP" altLang="en-US" sz="1500" kern="1200" dirty="0"/>
            <a:t>に</a:t>
          </a:r>
          <a:br>
            <a:rPr kumimoji="1" lang="en-US" altLang="ja-JP" sz="1500" kern="1200" dirty="0"/>
          </a:br>
          <a:r>
            <a:rPr kumimoji="1" lang="en-US" altLang="ja-JP" sz="1500" kern="1200" dirty="0"/>
            <a:t>.m3u8</a:t>
          </a:r>
          <a:r>
            <a:rPr kumimoji="1" lang="ja-JP" altLang="en-US" sz="1500" kern="1200" dirty="0"/>
            <a:t>のパスと通知日時を送信</a:t>
          </a:r>
          <a:endParaRPr kumimoji="1" lang="en-US" altLang="ja-JP" sz="1500" kern="1200" dirty="0"/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ja-JP" altLang="en-US" sz="1500" kern="1200" dirty="0"/>
            <a:t>（モニタリングスイートにもログ連携）</a:t>
          </a:r>
        </a:p>
      </dsp:txBody>
      <dsp:txXfrm>
        <a:off x="1375358" y="2098735"/>
        <a:ext cx="3575220" cy="1290939"/>
      </dsp:txXfrm>
    </dsp:sp>
    <dsp:sp modelId="{C064154F-0AF2-4AF0-B11A-FB237C2BF60F}">
      <dsp:nvSpPr>
        <dsp:cNvPr id="0" name=""/>
        <dsp:cNvSpPr/>
      </dsp:nvSpPr>
      <dsp:spPr>
        <a:xfrm rot="5400000">
          <a:off x="2905856" y="3464118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3515541"/>
        <a:ext cx="370241" cy="359957"/>
      </dsp:txXfrm>
    </dsp:sp>
    <dsp:sp modelId="{401DDB35-9780-4897-A309-73A84EABE41F}">
      <dsp:nvSpPr>
        <dsp:cNvPr id="0" name=""/>
        <dsp:cNvSpPr/>
      </dsp:nvSpPr>
      <dsp:spPr>
        <a:xfrm>
          <a:off x="1335195" y="4115469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サーバの常駐プロセスが順次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シンプル</a:t>
          </a:r>
          <a:r>
            <a:rPr kumimoji="1" lang="en-US" altLang="ja-JP" sz="1500" kern="1200" dirty="0"/>
            <a:t>MQ</a:t>
          </a:r>
          <a:r>
            <a:rPr kumimoji="1" lang="ja-JP" altLang="en-US" sz="1500" kern="1200" dirty="0"/>
            <a:t>からメッセージを受領</a:t>
          </a:r>
        </a:p>
      </dsp:txBody>
      <dsp:txXfrm>
        <a:off x="1375358" y="4155632"/>
        <a:ext cx="3575220" cy="1290939"/>
      </dsp:txXfrm>
    </dsp:sp>
    <dsp:sp modelId="{3D056114-0484-4EDF-86EC-D5D9428A7BF9}">
      <dsp:nvSpPr>
        <dsp:cNvPr id="0" name=""/>
        <dsp:cNvSpPr/>
      </dsp:nvSpPr>
      <dsp:spPr>
        <a:xfrm rot="5400000">
          <a:off x="2905856" y="5521016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5572439"/>
        <a:ext cx="370241" cy="359957"/>
      </dsp:txXfrm>
    </dsp:sp>
    <dsp:sp modelId="{7253D03E-F494-4FA9-A711-DCC6F06178F0}">
      <dsp:nvSpPr>
        <dsp:cNvPr id="0" name=""/>
        <dsp:cNvSpPr/>
      </dsp:nvSpPr>
      <dsp:spPr>
        <a:xfrm>
          <a:off x="1335195" y="6172367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サーバの常駐プロセスが録画データを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取得＆音声エンコードし、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さくらの</a:t>
          </a:r>
          <a:r>
            <a:rPr kumimoji="1" lang="en-US" altLang="ja-JP" sz="1500" kern="1200" dirty="0"/>
            <a:t>AI Engine</a:t>
          </a:r>
          <a:r>
            <a:rPr kumimoji="1" lang="ja-JP" altLang="en-US" sz="1500" kern="1200" dirty="0"/>
            <a:t>呼び出し</a:t>
          </a:r>
        </a:p>
      </dsp:txBody>
      <dsp:txXfrm>
        <a:off x="1375358" y="6212530"/>
        <a:ext cx="3575220" cy="1290939"/>
      </dsp:txXfrm>
    </dsp:sp>
    <dsp:sp modelId="{634B6EAC-C545-413B-B32E-0393E60FE0F9}">
      <dsp:nvSpPr>
        <dsp:cNvPr id="0" name=""/>
        <dsp:cNvSpPr/>
      </dsp:nvSpPr>
      <dsp:spPr>
        <a:xfrm rot="5400000">
          <a:off x="2905856" y="7577914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7629337"/>
        <a:ext cx="370241" cy="359957"/>
      </dsp:txXfrm>
    </dsp:sp>
    <dsp:sp modelId="{B149C04E-7AEB-4A78-B7D7-AC20C233D7B6}">
      <dsp:nvSpPr>
        <dsp:cNvPr id="0" name=""/>
        <dsp:cNvSpPr/>
      </dsp:nvSpPr>
      <dsp:spPr>
        <a:xfrm>
          <a:off x="1335195" y="8229265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さくらの</a:t>
          </a:r>
          <a:r>
            <a:rPr kumimoji="1" lang="en-US" altLang="ja-JP" sz="1500" kern="1200" dirty="0"/>
            <a:t>AI Engine</a:t>
          </a:r>
          <a:r>
            <a:rPr kumimoji="1" lang="ja-JP" altLang="en-US" sz="1500" kern="1200" dirty="0"/>
            <a:t>は文字起こし・要約を行い、結果をサーバに返却</a:t>
          </a:r>
        </a:p>
      </dsp:txBody>
      <dsp:txXfrm>
        <a:off x="1375358" y="8269428"/>
        <a:ext cx="3575220" cy="1290939"/>
      </dsp:txXfrm>
    </dsp:sp>
    <dsp:sp modelId="{876973CB-19C6-4A07-8E92-BB7965FAF234}">
      <dsp:nvSpPr>
        <dsp:cNvPr id="0" name=""/>
        <dsp:cNvSpPr/>
      </dsp:nvSpPr>
      <dsp:spPr>
        <a:xfrm rot="5400000">
          <a:off x="2905856" y="9634811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9686234"/>
        <a:ext cx="370241" cy="359957"/>
      </dsp:txXfrm>
    </dsp:sp>
    <dsp:sp modelId="{23263FBF-5528-4109-B2ED-87E1E7DCEB63}">
      <dsp:nvSpPr>
        <dsp:cNvPr id="0" name=""/>
        <dsp:cNvSpPr/>
      </dsp:nvSpPr>
      <dsp:spPr>
        <a:xfrm>
          <a:off x="1335195" y="10286162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サーバは文字起こしデータを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オブジェクトストレージに反映</a:t>
          </a:r>
        </a:p>
      </dsp:txBody>
      <dsp:txXfrm>
        <a:off x="1375358" y="10326325"/>
        <a:ext cx="3575220" cy="1290939"/>
      </dsp:txXfrm>
    </dsp:sp>
    <dsp:sp modelId="{18D4A096-9F13-44E4-A778-EFE42993CB0B}">
      <dsp:nvSpPr>
        <dsp:cNvPr id="0" name=""/>
        <dsp:cNvSpPr/>
      </dsp:nvSpPr>
      <dsp:spPr>
        <a:xfrm rot="5400000">
          <a:off x="2905856" y="11691709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11743132"/>
        <a:ext cx="370241" cy="359957"/>
      </dsp:txXfrm>
    </dsp:sp>
    <dsp:sp modelId="{A576E462-304F-490D-BE6C-4E5A74D8E0F1}">
      <dsp:nvSpPr>
        <dsp:cNvPr id="0" name=""/>
        <dsp:cNvSpPr/>
      </dsp:nvSpPr>
      <dsp:spPr>
        <a:xfrm>
          <a:off x="1335195" y="12343060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サーバはシンプル通知を通じて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処理完了を通知</a:t>
          </a:r>
        </a:p>
      </dsp:txBody>
      <dsp:txXfrm>
        <a:off x="1375358" y="12383223"/>
        <a:ext cx="3575220" cy="12909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1175F2-C1BC-4312-B787-E37F965D2F17}">
      <dsp:nvSpPr>
        <dsp:cNvPr id="0" name=""/>
        <dsp:cNvSpPr/>
      </dsp:nvSpPr>
      <dsp:spPr>
        <a:xfrm>
          <a:off x="1335195" y="1674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ja-JP" sz="1500" kern="1200" dirty="0" err="1"/>
            <a:t>ImageFlux</a:t>
          </a:r>
          <a:r>
            <a:rPr kumimoji="1" lang="ja-JP" altLang="en-US" sz="1500" kern="1200" dirty="0"/>
            <a:t>が</a:t>
          </a:r>
          <a:r>
            <a:rPr kumimoji="1" lang="en-US" altLang="ja-JP" sz="1500" kern="1200" dirty="0" err="1"/>
            <a:t>AppRun</a:t>
          </a:r>
          <a:r>
            <a:rPr kumimoji="1" lang="ja-JP" altLang="en-US" sz="1500" kern="1200" dirty="0"/>
            <a:t>共用型に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アーカイブ保存完了のイベント</a:t>
          </a:r>
          <a:r>
            <a:rPr kumimoji="1" lang="en-US" altLang="ja-JP" sz="1500" kern="1200" dirty="0"/>
            <a:t>Webhook</a:t>
          </a:r>
          <a:r>
            <a:rPr kumimoji="1" lang="ja-JP" altLang="en-US" sz="1500" kern="1200" dirty="0"/>
            <a:t>通知を送信</a:t>
          </a:r>
        </a:p>
      </dsp:txBody>
      <dsp:txXfrm>
        <a:off x="1375358" y="41837"/>
        <a:ext cx="3575220" cy="1290939"/>
      </dsp:txXfrm>
    </dsp:sp>
    <dsp:sp modelId="{EAB550B0-8B66-4FD5-AA39-3877AE739144}">
      <dsp:nvSpPr>
        <dsp:cNvPr id="0" name=""/>
        <dsp:cNvSpPr/>
      </dsp:nvSpPr>
      <dsp:spPr>
        <a:xfrm rot="5400000">
          <a:off x="2905856" y="1407221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1458644"/>
        <a:ext cx="370241" cy="359957"/>
      </dsp:txXfrm>
    </dsp:sp>
    <dsp:sp modelId="{39B6DCBB-71CA-4223-B0D3-607C3277F876}">
      <dsp:nvSpPr>
        <dsp:cNvPr id="0" name=""/>
        <dsp:cNvSpPr/>
      </dsp:nvSpPr>
      <dsp:spPr>
        <a:xfrm>
          <a:off x="1335195" y="2058572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ja-JP" sz="1500" kern="1200" dirty="0" err="1"/>
            <a:t>AppRun</a:t>
          </a:r>
          <a:r>
            <a:rPr kumimoji="1" lang="ja-JP" altLang="en-US" sz="1500" kern="1200" dirty="0"/>
            <a:t>共用型はシンプル</a:t>
          </a:r>
          <a:r>
            <a:rPr kumimoji="1" lang="en-US" altLang="ja-JP" sz="1500" kern="1200" dirty="0"/>
            <a:t>MQ</a:t>
          </a:r>
          <a:r>
            <a:rPr kumimoji="1" lang="ja-JP" altLang="en-US" sz="1500" kern="1200" dirty="0"/>
            <a:t>に</a:t>
          </a:r>
          <a:br>
            <a:rPr kumimoji="1" lang="en-US" altLang="ja-JP" sz="1500" kern="1200" dirty="0"/>
          </a:br>
          <a:r>
            <a:rPr kumimoji="1" lang="en-US" altLang="ja-JP" sz="1500" kern="1200" dirty="0"/>
            <a:t>.m3u8</a:t>
          </a:r>
          <a:r>
            <a:rPr kumimoji="1" lang="ja-JP" altLang="en-US" sz="1500" kern="1200" dirty="0"/>
            <a:t>のパスと通知日時を送信</a:t>
          </a:r>
          <a:endParaRPr kumimoji="1" lang="en-US" altLang="ja-JP" sz="1500" kern="1200" dirty="0"/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ja-JP" altLang="en-US" sz="1500" kern="1200" dirty="0"/>
            <a:t>（モニタリングスイートにもログ連携）</a:t>
          </a:r>
        </a:p>
      </dsp:txBody>
      <dsp:txXfrm>
        <a:off x="1375358" y="2098735"/>
        <a:ext cx="3575220" cy="1290939"/>
      </dsp:txXfrm>
    </dsp:sp>
    <dsp:sp modelId="{C064154F-0AF2-4AF0-B11A-FB237C2BF60F}">
      <dsp:nvSpPr>
        <dsp:cNvPr id="0" name=""/>
        <dsp:cNvSpPr/>
      </dsp:nvSpPr>
      <dsp:spPr>
        <a:xfrm rot="5400000">
          <a:off x="2905856" y="3464118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3515541"/>
        <a:ext cx="370241" cy="359957"/>
      </dsp:txXfrm>
    </dsp:sp>
    <dsp:sp modelId="{401DDB35-9780-4897-A309-73A84EABE41F}">
      <dsp:nvSpPr>
        <dsp:cNvPr id="0" name=""/>
        <dsp:cNvSpPr/>
      </dsp:nvSpPr>
      <dsp:spPr>
        <a:xfrm>
          <a:off x="1335195" y="4115469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サーバの常駐プロセスが順次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シンプル</a:t>
          </a:r>
          <a:r>
            <a:rPr kumimoji="1" lang="en-US" altLang="ja-JP" sz="1500" kern="1200" dirty="0"/>
            <a:t>MQ</a:t>
          </a:r>
          <a:r>
            <a:rPr kumimoji="1" lang="ja-JP" altLang="en-US" sz="1500" kern="1200" dirty="0"/>
            <a:t>からメッセージを受領</a:t>
          </a:r>
        </a:p>
      </dsp:txBody>
      <dsp:txXfrm>
        <a:off x="1375358" y="4155632"/>
        <a:ext cx="3575220" cy="1290939"/>
      </dsp:txXfrm>
    </dsp:sp>
    <dsp:sp modelId="{3D056114-0484-4EDF-86EC-D5D9428A7BF9}">
      <dsp:nvSpPr>
        <dsp:cNvPr id="0" name=""/>
        <dsp:cNvSpPr/>
      </dsp:nvSpPr>
      <dsp:spPr>
        <a:xfrm rot="5400000">
          <a:off x="2905856" y="5521016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5572439"/>
        <a:ext cx="370241" cy="359957"/>
      </dsp:txXfrm>
    </dsp:sp>
    <dsp:sp modelId="{7253D03E-F494-4FA9-A711-DCC6F06178F0}">
      <dsp:nvSpPr>
        <dsp:cNvPr id="0" name=""/>
        <dsp:cNvSpPr/>
      </dsp:nvSpPr>
      <dsp:spPr>
        <a:xfrm>
          <a:off x="1335195" y="6172367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サーバの常駐プロセスが録画データを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取得＆音声エンコードし、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さくらの</a:t>
          </a:r>
          <a:r>
            <a:rPr kumimoji="1" lang="en-US" altLang="ja-JP" sz="1500" kern="1200" dirty="0"/>
            <a:t>AI Engine</a:t>
          </a:r>
          <a:r>
            <a:rPr kumimoji="1" lang="ja-JP" altLang="en-US" sz="1500" kern="1200" dirty="0"/>
            <a:t>呼び出し</a:t>
          </a:r>
        </a:p>
      </dsp:txBody>
      <dsp:txXfrm>
        <a:off x="1375358" y="6212530"/>
        <a:ext cx="3575220" cy="1290939"/>
      </dsp:txXfrm>
    </dsp:sp>
    <dsp:sp modelId="{634B6EAC-C545-413B-B32E-0393E60FE0F9}">
      <dsp:nvSpPr>
        <dsp:cNvPr id="0" name=""/>
        <dsp:cNvSpPr/>
      </dsp:nvSpPr>
      <dsp:spPr>
        <a:xfrm rot="5400000">
          <a:off x="2905856" y="7577914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7629337"/>
        <a:ext cx="370241" cy="359957"/>
      </dsp:txXfrm>
    </dsp:sp>
    <dsp:sp modelId="{B149C04E-7AEB-4A78-B7D7-AC20C233D7B6}">
      <dsp:nvSpPr>
        <dsp:cNvPr id="0" name=""/>
        <dsp:cNvSpPr/>
      </dsp:nvSpPr>
      <dsp:spPr>
        <a:xfrm>
          <a:off x="1335195" y="8229265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さくらの</a:t>
          </a:r>
          <a:r>
            <a:rPr kumimoji="1" lang="en-US" altLang="ja-JP" sz="1500" kern="1200" dirty="0"/>
            <a:t>AI Engine</a:t>
          </a:r>
          <a:r>
            <a:rPr kumimoji="1" lang="ja-JP" altLang="en-US" sz="1500" kern="1200" dirty="0"/>
            <a:t>は文字起こし・要約を行い、結果をサーバに返却</a:t>
          </a:r>
        </a:p>
      </dsp:txBody>
      <dsp:txXfrm>
        <a:off x="1375358" y="8269428"/>
        <a:ext cx="3575220" cy="1290939"/>
      </dsp:txXfrm>
    </dsp:sp>
    <dsp:sp modelId="{876973CB-19C6-4A07-8E92-BB7965FAF234}">
      <dsp:nvSpPr>
        <dsp:cNvPr id="0" name=""/>
        <dsp:cNvSpPr/>
      </dsp:nvSpPr>
      <dsp:spPr>
        <a:xfrm rot="5400000">
          <a:off x="2905856" y="9634811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9686234"/>
        <a:ext cx="370241" cy="359957"/>
      </dsp:txXfrm>
    </dsp:sp>
    <dsp:sp modelId="{23263FBF-5528-4109-B2ED-87E1E7DCEB63}">
      <dsp:nvSpPr>
        <dsp:cNvPr id="0" name=""/>
        <dsp:cNvSpPr/>
      </dsp:nvSpPr>
      <dsp:spPr>
        <a:xfrm>
          <a:off x="1335195" y="10286162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サーバは文字起こしデータを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オブジェクトストレージに反映</a:t>
          </a:r>
        </a:p>
      </dsp:txBody>
      <dsp:txXfrm>
        <a:off x="1375358" y="10326325"/>
        <a:ext cx="3575220" cy="1290939"/>
      </dsp:txXfrm>
    </dsp:sp>
    <dsp:sp modelId="{18D4A096-9F13-44E4-A778-EFE42993CB0B}">
      <dsp:nvSpPr>
        <dsp:cNvPr id="0" name=""/>
        <dsp:cNvSpPr/>
      </dsp:nvSpPr>
      <dsp:spPr>
        <a:xfrm rot="5400000">
          <a:off x="2905856" y="11691709"/>
          <a:ext cx="514224" cy="61706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200" kern="1200"/>
        </a:p>
      </dsp:txBody>
      <dsp:txXfrm rot="-5400000">
        <a:off x="2977848" y="11743132"/>
        <a:ext cx="370241" cy="359957"/>
      </dsp:txXfrm>
    </dsp:sp>
    <dsp:sp modelId="{A576E462-304F-490D-BE6C-4E5A74D8E0F1}">
      <dsp:nvSpPr>
        <dsp:cNvPr id="0" name=""/>
        <dsp:cNvSpPr/>
      </dsp:nvSpPr>
      <dsp:spPr>
        <a:xfrm>
          <a:off x="1335195" y="12343060"/>
          <a:ext cx="3655546" cy="13712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500" kern="1200" dirty="0"/>
            <a:t>サーバはシンプル通知を通じて</a:t>
          </a:r>
          <a:br>
            <a:rPr kumimoji="1" lang="en-US" altLang="ja-JP" sz="1500" kern="1200" dirty="0"/>
          </a:br>
          <a:r>
            <a:rPr kumimoji="1" lang="ja-JP" altLang="en-US" sz="1500" kern="1200" dirty="0"/>
            <a:t>処理完了を通知</a:t>
          </a:r>
        </a:p>
      </dsp:txBody>
      <dsp:txXfrm>
        <a:off x="1375358" y="12383223"/>
        <a:ext cx="3575220" cy="12909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A68C42-B005-8F46-81B0-B2663E397375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B1C85-7D96-A04F-A516-320C399CA4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610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B81B0DBB-64DB-49AB-A64F-CD8EDA8CFE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2919" y="11462517"/>
            <a:ext cx="4136571" cy="72390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EC7629F-38E2-4BBB-9E40-7AEF8029D47E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0AA0F90E-F4A4-5743-911E-2FD5F6BA4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rgbClr val="7E7E86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45365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4">
            <a:extLst>
              <a:ext uri="{FF2B5EF4-FFF2-40B4-BE49-F238E27FC236}">
                <a16:creationId xmlns:a16="http://schemas.microsoft.com/office/drawing/2014/main" id="{7D7754F4-074B-534F-82F6-D92F50249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6271134"/>
            <a:ext cx="21963063" cy="5916103"/>
          </a:xfrm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75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BDE8028-7CDB-8140-BA74-AF2C01D7E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6" y="1528763"/>
            <a:ext cx="21963062" cy="4049077"/>
          </a:xfrm>
        </p:spPr>
        <p:txBody>
          <a:bodyPr anchor="b" anchorCtr="0">
            <a:normAutofit/>
          </a:bodyPr>
          <a:lstStyle>
            <a:lvl1pPr>
              <a:defRPr sz="1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>
                <a:solidFill>
                  <a:srgbClr val="7E7E86"/>
                </a:solidFill>
                <a:ea typeface="Haru TP R" panose="020B0500040000000000" pitchFamily="34" charset="-128"/>
              </a:rPr>
              <a:t>マスター タイトルの書式設定</a:t>
            </a:r>
            <a:endParaRPr kumimoji="1" lang="ja-JP" altLang="en-US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FF499CC-70EC-BC44-A245-FD20CFD291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F13AF-30BD-472C-BC86-6D5A8A4E4526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0824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8AA560FC-963E-274B-8463-4497BADEB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5029200"/>
            <a:ext cx="21963063" cy="7158038"/>
          </a:xfrm>
        </p:spPr>
        <p:txBody>
          <a:bodyPr anchor="t" anchorCtr="0">
            <a:noAutofit/>
          </a:bodyPr>
          <a:lstStyle>
            <a:lvl1pPr marL="0" indent="0">
              <a:buNone/>
              <a:defRPr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60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41883F2-2986-1440-83C5-8D8FF7B192F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3F6BF6B9-6F1F-483B-B7E9-45CC79808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5" y="1385887"/>
            <a:ext cx="21955938" cy="3095625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421F14-6942-47BE-B5D9-E7959C3AA45F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82545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73" userDrawn="1">
          <p15:clr>
            <a:srgbClr val="FBAE40"/>
          </p15:clr>
        </p15:guide>
        <p15:guide id="2" pos="232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7" name="グラフ プレースホルダー 6">
            <a:extLst>
              <a:ext uri="{FF2B5EF4-FFF2-40B4-BE49-F238E27FC236}">
                <a16:creationId xmlns:a16="http://schemas.microsoft.com/office/drawing/2014/main" id="{21CAC4D3-0CF3-FA43-BCCA-F6ED48EB514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16801" y="2160444"/>
            <a:ext cx="10514806" cy="986486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グラフを追加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10514013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667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 userDrawn="1">
          <p15:clr>
            <a:srgbClr val="FBAE40"/>
          </p15:clr>
        </p15:guide>
        <p15:guide id="2" pos="76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21948019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948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背景画像（全面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82B3F3BA-63FF-6048-BC9B-3C1ED4BBCF5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24382412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D8CB3D-D6A8-394B-B81F-4D8470C51F2B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chemeClr val="bg1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0" name="テキスト プレースホルダー 2">
            <a:extLst>
              <a:ext uri="{FF2B5EF4-FFF2-40B4-BE49-F238E27FC236}">
                <a16:creationId xmlns:a16="http://schemas.microsoft.com/office/drawing/2014/main" id="{4B17F8A1-2466-7247-A0F3-C4FA18261D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E7010C-EC2B-4045-A2D1-CFE557EF81AB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834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左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0413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>
            <a:normAutofit/>
          </a:bodyPr>
          <a:lstStyle>
            <a:lvl1pPr>
              <a:defRPr sz="75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8BDED08-B1A3-42CA-8A01-157959BFE5DD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63771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06345" y="0"/>
            <a:ext cx="15177599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3A5B875-DBDA-E34B-AD4D-5EA97065736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4117765"/>
            <a:ext cx="21955938" cy="1528855"/>
          </a:xfrm>
        </p:spPr>
        <p:txBody>
          <a:bodyPr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D06306D-F173-EC42-991E-1131CA0C84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8000"/>
            <a:ext cx="21956713" cy="5029200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F54601-B2C2-4127-9682-5CDFC16243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620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下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3">
            <a:extLst>
              <a:ext uri="{FF2B5EF4-FFF2-40B4-BE49-F238E27FC236}">
                <a16:creationId xmlns:a16="http://schemas.microsoft.com/office/drawing/2014/main" id="{446C969A-DE70-0744-8D0C-FA1C4F5D5F9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1531" y="9144000"/>
            <a:ext cx="24383944" cy="4572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7796D4B-003D-AF41-B0B5-0BFEBACADED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684001"/>
            <a:ext cx="21955938" cy="4962620"/>
          </a:xfrm>
        </p:spPr>
        <p:txBody>
          <a:bodyPr anchor="b"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C11F3BC-3B20-1849-9365-B686355C1B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7999"/>
            <a:ext cx="21956713" cy="4962619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421F29-D621-4D60-BD24-37B3512ADE62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2834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96242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454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2870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635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067E9A2-3096-7642-8912-B0F8CBD794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277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450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0635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717444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69154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00287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5283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6FB01B1-C9FB-3240-B136-6480DF20B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7714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66804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72509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36807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9839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129124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07829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494A42D-0EBE-5D42-9BC8-1C78FE3226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4233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35153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FCFB8C-9EB6-4CD0-B1F5-ECFA40EC1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78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2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475DD1E-4927-4D1F-96D6-19BC4A0AFD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0105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674225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839143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87979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F7519840-3B5C-E044-AF33-EF289A7B37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45604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6506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23825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365597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54643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352690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25394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6025182-1AC7-8249-BE58-2750DF0971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72135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00671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17940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682006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873170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059775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35319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BD79711-1558-384F-B0C8-6BABB1BF72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4977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509415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77992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34999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64372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1445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26474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AE9E5235-D215-1549-9B73-B1A73D590B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99055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029799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7562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860573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37736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05808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039583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EC25E7D-E1F0-C34E-A142-0614AA333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014134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2297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theme" Target="../theme/theme6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5" Type="http://schemas.openxmlformats.org/officeDocument/2006/relationships/slideLayout" Target="../slideLayouts/slideLayout42.xml"/><Relationship Id="rId4" Type="http://schemas.openxmlformats.org/officeDocument/2006/relationships/slideLayout" Target="../slideLayouts/slideLayout41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theme" Target="../theme/theme7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theme" Target="../theme/theme8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3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5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theme" Target="../theme/theme9.xml"/><Relationship Id="rId3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18D69C22-D09C-4C49-8D1D-97250173694B}" type="datetimeFigureOut">
              <a:rPr kumimoji="1" lang="ja-JP" altLang="en-US" smtClean="0"/>
              <a:pPr/>
              <a:t>2026/6/4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6339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54" r:id="rId2"/>
    <p:sldLayoutId id="2147483757" r:id="rId3"/>
    <p:sldLayoutId id="2147483763" r:id="rId4"/>
    <p:sldLayoutId id="2147483853" r:id="rId5"/>
    <p:sldLayoutId id="2147483829" r:id="rId6"/>
    <p:sldLayoutId id="2147483825" r:id="rId7"/>
    <p:sldLayoutId id="2147483826" r:id="rId8"/>
    <p:sldLayoutId id="2147483827" r:id="rId9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B75DB7-AF87-4120-8D0B-B2D3EB88CDF5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94589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4" r:id="rId2"/>
    <p:sldLayoutId id="2147483777" r:id="rId3"/>
    <p:sldLayoutId id="2147483828" r:id="rId4"/>
    <p:sldLayoutId id="2147483830" r:id="rId5"/>
    <p:sldLayoutId id="2147483788" r:id="rId6"/>
    <p:sldLayoutId id="2147483831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A3271F-4236-4004-831C-943FB7EEC1EF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3593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832" r:id="rId4"/>
    <p:sldLayoutId id="2147483833" r:id="rId5"/>
    <p:sldLayoutId id="2147483798" r:id="rId6"/>
    <p:sldLayoutId id="2147483834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E2BDBD-C589-4937-88D2-C327492B341C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64806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35" r:id="rId4"/>
    <p:sldLayoutId id="2147483836" r:id="rId5"/>
    <p:sldLayoutId id="2147483813" r:id="rId6"/>
    <p:sldLayoutId id="2147483837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883A1C-CA87-4F11-9E55-220CA34D03C2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tx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tx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92038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38" r:id="rId4"/>
    <p:sldLayoutId id="2147483839" r:id="rId5"/>
    <p:sldLayoutId id="2147483803" r:id="rId6"/>
    <p:sldLayoutId id="2147483840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2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2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D694C6D-8806-40BD-AE71-C213416B3E48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8601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841" r:id="rId4"/>
    <p:sldLayoutId id="2147483842" r:id="rId5"/>
    <p:sldLayoutId id="2147483793" r:id="rId6"/>
    <p:sldLayoutId id="2147483843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7C883A8-86B2-403F-9271-09476D39CAE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37856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44" r:id="rId4"/>
    <p:sldLayoutId id="2147483845" r:id="rId5"/>
    <p:sldLayoutId id="2147483808" r:id="rId6"/>
    <p:sldLayoutId id="2147483846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F6D8F91-A323-4FB6-9459-1F6488A37B4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47132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17" r:id="rId3"/>
    <p:sldLayoutId id="2147483847" r:id="rId4"/>
    <p:sldLayoutId id="2147483848" r:id="rId5"/>
    <p:sldLayoutId id="2147483818" r:id="rId6"/>
    <p:sldLayoutId id="2147483849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C0E76B-A019-4312-80F2-2D372D6D1CA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5493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50" r:id="rId4"/>
    <p:sldLayoutId id="2147483851" r:id="rId5"/>
    <p:sldLayoutId id="2147483823" r:id="rId6"/>
    <p:sldLayoutId id="2147483852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svg"/><Relationship Id="rId18" Type="http://schemas.openxmlformats.org/officeDocument/2006/relationships/image" Target="../media/image15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4.sv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diagramData" Target="../diagrams/data1.xml"/><Relationship Id="rId16" Type="http://schemas.openxmlformats.org/officeDocument/2006/relationships/image" Target="../media/image13.svg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11" Type="http://schemas.openxmlformats.org/officeDocument/2006/relationships/image" Target="../media/image8.svg"/><Relationship Id="rId5" Type="http://schemas.openxmlformats.org/officeDocument/2006/relationships/diagramColors" Target="../diagrams/colors1.xml"/><Relationship Id="rId15" Type="http://schemas.openxmlformats.org/officeDocument/2006/relationships/image" Target="../media/image12.sv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6.svg"/><Relationship Id="rId14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svg"/><Relationship Id="rId18" Type="http://schemas.openxmlformats.org/officeDocument/2006/relationships/image" Target="../media/image14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4.svg"/><Relationship Id="rId12" Type="http://schemas.openxmlformats.org/officeDocument/2006/relationships/image" Target="../media/image9.svg"/><Relationship Id="rId17" Type="http://schemas.openxmlformats.org/officeDocument/2006/relationships/image" Target="../media/image13.svg"/><Relationship Id="rId2" Type="http://schemas.openxmlformats.org/officeDocument/2006/relationships/diagramData" Target="../diagrams/data2.xml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2.xml"/><Relationship Id="rId11" Type="http://schemas.openxmlformats.org/officeDocument/2006/relationships/image" Target="../media/image8.svg"/><Relationship Id="rId5" Type="http://schemas.openxmlformats.org/officeDocument/2006/relationships/diagramColors" Target="../diagrams/colors2.xml"/><Relationship Id="rId15" Type="http://schemas.openxmlformats.org/officeDocument/2006/relationships/image" Target="../media/image12.svg"/><Relationship Id="rId10" Type="http://schemas.openxmlformats.org/officeDocument/2006/relationships/image" Target="../media/image7.png"/><Relationship Id="rId19" Type="http://schemas.openxmlformats.org/officeDocument/2006/relationships/image" Target="../media/image15.sv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6.svg"/><Relationship Id="rId14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1D4FA6-506E-D910-9848-DA476E859D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</a:t>
            </a:r>
            <a:br>
              <a:rPr kumimoji="1" lang="en-US" altLang="ja-JP" dirty="0"/>
            </a:br>
            <a:r>
              <a:rPr lang="en-US" altLang="ja-JP" dirty="0"/>
              <a:t>×</a:t>
            </a:r>
            <a:br>
              <a:rPr lang="en-US" altLang="ja-JP" dirty="0"/>
            </a:br>
            <a:r>
              <a:rPr lang="ja-JP" altLang="en-US" dirty="0"/>
              <a:t>さくらの</a:t>
            </a:r>
            <a:r>
              <a:rPr lang="en-US" altLang="ja-JP" dirty="0"/>
              <a:t>AI Engine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BD3B655-6B12-979A-3D9D-DF7E4D17F0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/>
              <a:t>録画自動文字起こし</a:t>
            </a:r>
            <a:r>
              <a:rPr lang="en-US" altLang="ja-JP" dirty="0"/>
              <a:t>&amp;</a:t>
            </a:r>
            <a:r>
              <a:rPr lang="ja-JP" altLang="en-US"/>
              <a:t>要約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4881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9A39B-3CF4-3462-23E5-BF20A359A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FDE4087-BABD-119D-FA7E-37FE939D52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 × </a:t>
            </a:r>
            <a:r>
              <a:rPr kumimoji="1" lang="ja-JP" altLang="en-US" dirty="0"/>
              <a:t>さくらの</a:t>
            </a:r>
            <a:r>
              <a:rPr kumimoji="1" lang="en-US" altLang="ja-JP" dirty="0"/>
              <a:t>AI Engine</a:t>
            </a:r>
            <a:r>
              <a:rPr kumimoji="1" lang="ja-JP" altLang="en-US"/>
              <a:t>構成図</a:t>
            </a:r>
            <a:endParaRPr kumimoji="1" lang="ja-JP" altLang="en-US" dirty="0"/>
          </a:p>
        </p:txBody>
      </p:sp>
      <p:graphicFrame>
        <p:nvGraphicFramePr>
          <p:cNvPr id="106" name="図表 105">
            <a:extLst>
              <a:ext uri="{FF2B5EF4-FFF2-40B4-BE49-F238E27FC236}">
                <a16:creationId xmlns:a16="http://schemas.microsoft.com/office/drawing/2014/main" id="{5BF50787-5C3B-B46C-8F8C-78D7E531CC6B}"/>
              </a:ext>
            </a:extLst>
          </p:cNvPr>
          <p:cNvGraphicFramePr/>
          <p:nvPr/>
        </p:nvGraphicFramePr>
        <p:xfrm>
          <a:off x="18056475" y="0"/>
          <a:ext cx="6325938" cy="1371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05A97D7E-972A-E2DF-E32C-E5E2C3839F9C}"/>
              </a:ext>
            </a:extLst>
          </p:cNvPr>
          <p:cNvGrpSpPr/>
          <p:nvPr/>
        </p:nvGrpSpPr>
        <p:grpSpPr>
          <a:xfrm>
            <a:off x="3653159" y="1690687"/>
            <a:ext cx="5764036" cy="5552628"/>
            <a:chOff x="6153581" y="2196378"/>
            <a:chExt cx="5764036" cy="5552628"/>
          </a:xfrm>
        </p:grpSpPr>
        <p:sp>
          <p:nvSpPr>
            <p:cNvPr id="101" name="四角形: 角を丸くする 100">
              <a:extLst>
                <a:ext uri="{FF2B5EF4-FFF2-40B4-BE49-F238E27FC236}">
                  <a16:creationId xmlns:a16="http://schemas.microsoft.com/office/drawing/2014/main" id="{FB81BE53-C9F2-95A0-EAA6-43A8486335F2}"/>
                </a:ext>
              </a:extLst>
            </p:cNvPr>
            <p:cNvSpPr/>
            <p:nvPr/>
          </p:nvSpPr>
          <p:spPr>
            <a:xfrm>
              <a:off x="6153581" y="2348778"/>
              <a:ext cx="2880000" cy="5400228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四角形: 角を丸くする 99">
              <a:extLst>
                <a:ext uri="{FF2B5EF4-FFF2-40B4-BE49-F238E27FC236}">
                  <a16:creationId xmlns:a16="http://schemas.microsoft.com/office/drawing/2014/main" id="{AF543F81-D9BF-D69B-FA4C-BDB3FEE32445}"/>
                </a:ext>
              </a:extLst>
            </p:cNvPr>
            <p:cNvSpPr/>
            <p:nvPr/>
          </p:nvSpPr>
          <p:spPr>
            <a:xfrm>
              <a:off x="6157617" y="2196378"/>
              <a:ext cx="5760000" cy="2880000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77824A3B-F8D8-6E3C-FB33-38CF316E08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55177" y="2190910"/>
            <a:ext cx="1440000" cy="14400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6322CC85-7C6F-C344-53D3-EB3CF294F6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75177" y="2190910"/>
            <a:ext cx="1440000" cy="1440000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C80B71F2-6F4D-AF7B-FC08-255F44BFF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75177" y="5077848"/>
            <a:ext cx="1440000" cy="144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0E4E288-C0FD-089A-E32E-A92D8CDD8D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5177" y="10851724"/>
            <a:ext cx="1440000" cy="1440000"/>
          </a:xfrm>
          <a:prstGeom prst="rect">
            <a:avLst/>
          </a:prstGeom>
        </p:spPr>
      </p:pic>
      <p:pic>
        <p:nvPicPr>
          <p:cNvPr id="13" name="グラフィックス 12">
            <a:extLst>
              <a:ext uri="{FF2B5EF4-FFF2-40B4-BE49-F238E27FC236}">
                <a16:creationId xmlns:a16="http://schemas.microsoft.com/office/drawing/2014/main" id="{CAA73903-6DC5-5A9A-5575-4A5B5014F6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255177" y="7964786"/>
            <a:ext cx="1440000" cy="1440000"/>
          </a:xfrm>
          <a:prstGeom prst="rect">
            <a:avLst/>
          </a:prstGeom>
        </p:spPr>
      </p:pic>
      <p:pic>
        <p:nvPicPr>
          <p:cNvPr id="15" name="グラフィックス 14">
            <a:extLst>
              <a:ext uri="{FF2B5EF4-FFF2-40B4-BE49-F238E27FC236}">
                <a16:creationId xmlns:a16="http://schemas.microsoft.com/office/drawing/2014/main" id="{EA4C139C-91C7-DCD3-1BF8-0123A103F7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015177" y="7964786"/>
            <a:ext cx="1440000" cy="1440000"/>
          </a:xfrm>
          <a:prstGeom prst="rect">
            <a:avLst/>
          </a:prstGeom>
        </p:spPr>
      </p:pic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9D32E244-8CDC-F016-F926-1E83A37B3C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35177" y="7964786"/>
            <a:ext cx="1440000" cy="1440000"/>
          </a:xfrm>
          <a:prstGeom prst="rect">
            <a:avLst/>
          </a:prstGeom>
        </p:spPr>
      </p:pic>
      <p:pic>
        <p:nvPicPr>
          <p:cNvPr id="19" name="グラフィックス 18">
            <a:extLst>
              <a:ext uri="{FF2B5EF4-FFF2-40B4-BE49-F238E27FC236}">
                <a16:creationId xmlns:a16="http://schemas.microsoft.com/office/drawing/2014/main" id="{66893F6A-A25D-BBDB-1EBC-A519B40F2C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75177" y="7964786"/>
            <a:ext cx="1440000" cy="1440000"/>
          </a:xfrm>
          <a:prstGeom prst="rect">
            <a:avLst/>
          </a:prstGeom>
        </p:spPr>
      </p:pic>
      <p:pic>
        <p:nvPicPr>
          <p:cNvPr id="21" name="グラフィックス 20">
            <a:extLst>
              <a:ext uri="{FF2B5EF4-FFF2-40B4-BE49-F238E27FC236}">
                <a16:creationId xmlns:a16="http://schemas.microsoft.com/office/drawing/2014/main" id="{5BEC8362-2568-AE45-99B1-EC9756C2E1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3015177" y="2190910"/>
            <a:ext cx="1440000" cy="1440000"/>
          </a:xfrm>
          <a:prstGeom prst="rect">
            <a:avLst/>
          </a:prstGeom>
        </p:spPr>
      </p:pic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CD0630F9-056F-5C59-00D8-FE1C3B25C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55177" y="10851724"/>
            <a:ext cx="1440000" cy="1440000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BBBAD40-DC74-53AF-B1A6-61EC5FB79F42}"/>
              </a:ext>
            </a:extLst>
          </p:cNvPr>
          <p:cNvSpPr txBox="1"/>
          <p:nvPr/>
        </p:nvSpPr>
        <p:spPr>
          <a:xfrm>
            <a:off x="401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さくらのウェブ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アクセラレータ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5FDAE2-B63B-58C4-B283-5A0508D901CA}"/>
              </a:ext>
            </a:extLst>
          </p:cNvPr>
          <p:cNvSpPr txBox="1"/>
          <p:nvPr/>
        </p:nvSpPr>
        <p:spPr>
          <a:xfrm>
            <a:off x="4015177" y="6517848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>
                <a:solidFill>
                  <a:schemeClr val="bg1"/>
                </a:solidFill>
              </a:rPr>
              <a:t>AppRun</a:t>
            </a:r>
            <a:r>
              <a:rPr kumimoji="1" lang="ja-JP" altLang="en-US" dirty="0">
                <a:solidFill>
                  <a:schemeClr val="bg1"/>
                </a:solidFill>
              </a:rPr>
              <a:t>共用型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B6BEC9D-6B9D-E86A-3B91-FCA50E9DEC75}"/>
              </a:ext>
            </a:extLst>
          </p:cNvPr>
          <p:cNvSpPr txBox="1"/>
          <p:nvPr/>
        </p:nvSpPr>
        <p:spPr>
          <a:xfrm>
            <a:off x="401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/>
              <a:t>AppRun</a:t>
            </a:r>
            <a:r>
              <a:rPr kumimoji="1" lang="ja-JP" altLang="en-US" dirty="0"/>
              <a:t>共用型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63A4C2B-2838-D764-29F6-476B6196C6FD}"/>
              </a:ext>
            </a:extLst>
          </p:cNvPr>
          <p:cNvSpPr txBox="1"/>
          <p:nvPr/>
        </p:nvSpPr>
        <p:spPr>
          <a:xfrm>
            <a:off x="689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オブジェクト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ストレージ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F0297FD-681C-56D4-9E51-5FC299D31BB1}"/>
              </a:ext>
            </a:extLst>
          </p:cNvPr>
          <p:cNvSpPr txBox="1"/>
          <p:nvPr/>
        </p:nvSpPr>
        <p:spPr>
          <a:xfrm>
            <a:off x="6895177" y="12291724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モニタリング</a:t>
            </a:r>
            <a:br>
              <a:rPr kumimoji="1" lang="en-US" altLang="ja-JP" dirty="0"/>
            </a:br>
            <a:r>
              <a:rPr kumimoji="1" lang="ja-JP" altLang="en-US" dirty="0"/>
              <a:t>スイート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17787D3-9C49-2845-0069-537C6682FAC5}"/>
              </a:ext>
            </a:extLst>
          </p:cNvPr>
          <p:cNvSpPr txBox="1"/>
          <p:nvPr/>
        </p:nvSpPr>
        <p:spPr>
          <a:xfrm>
            <a:off x="689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</a:t>
            </a:r>
            <a:r>
              <a:rPr kumimoji="1" lang="en-US" altLang="ja-JP" dirty="0"/>
              <a:t>MQ</a:t>
            </a:r>
            <a:endParaRPr kumimoji="1" lang="ja-JP" altLang="en-US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FA36F60-7721-0273-1A40-116E6883381F}"/>
              </a:ext>
            </a:extLst>
          </p:cNvPr>
          <p:cNvSpPr txBox="1"/>
          <p:nvPr/>
        </p:nvSpPr>
        <p:spPr>
          <a:xfrm>
            <a:off x="10951156" y="9411724"/>
            <a:ext cx="894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サーバ</a:t>
            </a:r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740A3406-464D-CC2F-1C78-F950BF7A9217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5815177" y="2910910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D7A9C54A-A0A6-003C-45F1-41C1C5DD6CE6}"/>
              </a:ext>
            </a:extLst>
          </p:cNvPr>
          <p:cNvGrpSpPr/>
          <p:nvPr/>
        </p:nvGrpSpPr>
        <p:grpSpPr>
          <a:xfrm>
            <a:off x="6535176" y="4422100"/>
            <a:ext cx="2880001" cy="2751496"/>
            <a:chOff x="8814881" y="4699163"/>
            <a:chExt cx="2880001" cy="2751496"/>
          </a:xfrm>
        </p:grpSpPr>
        <p:pic>
          <p:nvPicPr>
            <p:cNvPr id="36" name="グラフィックス 35">
              <a:extLst>
                <a:ext uri="{FF2B5EF4-FFF2-40B4-BE49-F238E27FC236}">
                  <a16:creationId xmlns:a16="http://schemas.microsoft.com/office/drawing/2014/main" id="{15FF285E-E773-4008-AB2D-4D518FA666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14881" y="4699163"/>
              <a:ext cx="2880000" cy="2751496"/>
            </a:xfrm>
            <a:prstGeom prst="rect">
              <a:avLst/>
            </a:prstGeom>
          </p:spPr>
        </p:pic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30CEB68B-92E1-E184-5343-E6C62C40A6B4}"/>
                </a:ext>
              </a:extLst>
            </p:cNvPr>
            <p:cNvSpPr/>
            <p:nvPr/>
          </p:nvSpPr>
          <p:spPr>
            <a:xfrm>
              <a:off x="8816900" y="4699163"/>
              <a:ext cx="2877982" cy="275149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DA42C0A4-377D-5017-E82E-84E10E521FAB}"/>
              </a:ext>
            </a:extLst>
          </p:cNvPr>
          <p:cNvCxnSpPr>
            <a:cxnSpLocks/>
            <a:stCxn id="50" idx="1"/>
            <a:endCxn id="9" idx="3"/>
          </p:cNvCxnSpPr>
          <p:nvPr/>
        </p:nvCxnSpPr>
        <p:spPr>
          <a:xfrm flipH="1">
            <a:off x="5815177" y="5797848"/>
            <a:ext cx="722018" cy="0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6B57609F-1A3E-D864-7306-0DE0CE8B0F23}"/>
              </a:ext>
            </a:extLst>
          </p:cNvPr>
          <p:cNvCxnSpPr>
            <a:cxnSpLocks/>
            <a:stCxn id="19" idx="0"/>
            <a:endCxn id="50" idx="2"/>
          </p:cNvCxnSpPr>
          <p:nvPr/>
        </p:nvCxnSpPr>
        <p:spPr>
          <a:xfrm rot="5400000" flipH="1" flipV="1">
            <a:off x="6140086" y="6128687"/>
            <a:ext cx="791190" cy="2881009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9273587D-8296-936A-FA54-85CBC2064D24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>
            <a:off x="581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ACFAEC49-27BD-A934-CD2E-E0D716A8A215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869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5691002A-7B92-DA17-A0BB-5A938EB6C5D7}"/>
              </a:ext>
            </a:extLst>
          </p:cNvPr>
          <p:cNvCxnSpPr>
            <a:cxnSpLocks/>
            <a:stCxn id="17" idx="3"/>
            <a:endCxn id="15" idx="1"/>
          </p:cNvCxnSpPr>
          <p:nvPr/>
        </p:nvCxnSpPr>
        <p:spPr>
          <a:xfrm>
            <a:off x="1157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206DD9F1-E8FB-3460-F11A-99C587F360C1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10855177" y="6517848"/>
            <a:ext cx="4036" cy="1446938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D31B3E8F-015B-1E00-DF51-DCABEF7E86BB}"/>
              </a:ext>
            </a:extLst>
          </p:cNvPr>
          <p:cNvSpPr txBox="1"/>
          <p:nvPr/>
        </p:nvSpPr>
        <p:spPr>
          <a:xfrm>
            <a:off x="1265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シンプル通知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A9CE0208-9D37-2EB0-F5B5-D72984A7A648}"/>
              </a:ext>
            </a:extLst>
          </p:cNvPr>
          <p:cNvSpPr txBox="1"/>
          <p:nvPr/>
        </p:nvSpPr>
        <p:spPr>
          <a:xfrm>
            <a:off x="12655177" y="3630910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IAM</a:t>
            </a:r>
            <a:endParaRPr kumimoji="1" lang="ja-JP" altLang="en-US" dirty="0"/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4E65707F-E5F7-54AF-92AA-3E9350A9E3B9}"/>
              </a:ext>
            </a:extLst>
          </p:cNvPr>
          <p:cNvSpPr txBox="1"/>
          <p:nvPr/>
        </p:nvSpPr>
        <p:spPr>
          <a:xfrm>
            <a:off x="4015176" y="12293195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コンテナ</a:t>
            </a:r>
            <a:br>
              <a:rPr kumimoji="1" lang="en-US" altLang="ja-JP" dirty="0"/>
            </a:br>
            <a:r>
              <a:rPr kumimoji="1" lang="ja-JP" altLang="en-US" dirty="0"/>
              <a:t>レジストリ</a:t>
            </a:r>
          </a:p>
        </p:txBody>
      </p: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02FD2EE3-D794-C514-1597-0C06E27ABCB3}"/>
              </a:ext>
            </a:extLst>
          </p:cNvPr>
          <p:cNvCxnSpPr>
            <a:cxnSpLocks/>
            <a:stCxn id="19" idx="1"/>
            <a:endCxn id="11" idx="1"/>
          </p:cNvCxnSpPr>
          <p:nvPr/>
        </p:nvCxnSpPr>
        <p:spPr>
          <a:xfrm rot="10800000" flipV="1">
            <a:off x="4375177" y="8684786"/>
            <a:ext cx="12700" cy="2886938"/>
          </a:xfrm>
          <a:prstGeom prst="bentConnector3">
            <a:avLst>
              <a:gd name="adj1" fmla="val 180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208A6066-B52F-076E-1108-6283AC27275A}"/>
              </a:ext>
            </a:extLst>
          </p:cNvPr>
          <p:cNvCxnSpPr>
            <a:cxnSpLocks/>
            <a:stCxn id="23" idx="1"/>
            <a:endCxn id="19" idx="3"/>
          </p:cNvCxnSpPr>
          <p:nvPr/>
        </p:nvCxnSpPr>
        <p:spPr>
          <a:xfrm rot="10800000">
            <a:off x="5815177" y="8684786"/>
            <a:ext cx="1440000" cy="2886938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B37FAB20-063D-9DEB-1A9E-B0A18455C9E4}"/>
              </a:ext>
            </a:extLst>
          </p:cNvPr>
          <p:cNvSpPr txBox="1"/>
          <p:nvPr/>
        </p:nvSpPr>
        <p:spPr>
          <a:xfrm>
            <a:off x="4917195" y="1690687"/>
            <a:ext cx="324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chemeClr val="bg1"/>
                </a:solidFill>
              </a:rPr>
              <a:t>既存デモサイト</a:t>
            </a:r>
          </a:p>
        </p:txBody>
      </p:sp>
      <p:pic>
        <p:nvPicPr>
          <p:cNvPr id="108" name="グラフィックス 107">
            <a:extLst>
              <a:ext uri="{FF2B5EF4-FFF2-40B4-BE49-F238E27FC236}">
                <a16:creationId xmlns:a16="http://schemas.microsoft.com/office/drawing/2014/main" id="{326915F3-37DE-FDE8-3126-A7B9F180CF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1140" y="5074379"/>
            <a:ext cx="1440000" cy="1440000"/>
          </a:xfrm>
          <a:prstGeom prst="rect">
            <a:avLst/>
          </a:prstGeom>
        </p:spPr>
      </p:pic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B573A94C-04DC-C0DF-027A-882B14B6CBD9}"/>
              </a:ext>
            </a:extLst>
          </p:cNvPr>
          <p:cNvCxnSpPr>
            <a:cxnSpLocks/>
            <a:stCxn id="17" idx="0"/>
          </p:cNvCxnSpPr>
          <p:nvPr/>
        </p:nvCxnSpPr>
        <p:spPr>
          <a:xfrm rot="5400000" flipH="1" flipV="1">
            <a:off x="11571708" y="5801317"/>
            <a:ext cx="1446938" cy="2880000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AE270587-352B-381E-6B55-8DEC5752122E}"/>
              </a:ext>
            </a:extLst>
          </p:cNvPr>
          <p:cNvCxnSpPr>
            <a:cxnSpLocks/>
            <a:stCxn id="50" idx="3"/>
            <a:endCxn id="108" idx="1"/>
          </p:cNvCxnSpPr>
          <p:nvPr/>
        </p:nvCxnSpPr>
        <p:spPr>
          <a:xfrm flipV="1">
            <a:off x="9415177" y="5794379"/>
            <a:ext cx="715963" cy="346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5A0B0430-3A65-5EE3-CEA1-016EC21B01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133878" y="10853195"/>
            <a:ext cx="1440000" cy="1440000"/>
          </a:xfrm>
          <a:prstGeom prst="rect">
            <a:avLst/>
          </a:prstGeom>
        </p:spPr>
      </p:pic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18007945-0AF7-1492-7D19-B756EE99DF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009262" y="10844786"/>
            <a:ext cx="1440000" cy="14400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C86C299-4742-744B-F2DF-EEB56BD0CFEE}"/>
              </a:ext>
            </a:extLst>
          </p:cNvPr>
          <p:cNvSpPr txBox="1"/>
          <p:nvPr/>
        </p:nvSpPr>
        <p:spPr>
          <a:xfrm>
            <a:off x="9782389" y="12293195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KMS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4CB0EB4-7CE2-79D5-F5B9-DDB25C330FEC}"/>
              </a:ext>
            </a:extLst>
          </p:cNvPr>
          <p:cNvSpPr txBox="1"/>
          <p:nvPr/>
        </p:nvSpPr>
        <p:spPr>
          <a:xfrm>
            <a:off x="12649262" y="1228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パケットフィルタ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6E55858D-2BC0-4DB9-3BF6-4D15DF4B3F96}"/>
              </a:ext>
            </a:extLst>
          </p:cNvPr>
          <p:cNvCxnSpPr>
            <a:cxnSpLocks/>
            <a:stCxn id="17" idx="2"/>
            <a:endCxn id="8" idx="0"/>
          </p:cNvCxnSpPr>
          <p:nvPr/>
        </p:nvCxnSpPr>
        <p:spPr>
          <a:xfrm rot="16200000" flipH="1">
            <a:off x="11572219" y="8687743"/>
            <a:ext cx="1440000" cy="2874085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C73639CF-2D01-0008-8E75-F38D6266238B}"/>
              </a:ext>
            </a:extLst>
          </p:cNvPr>
          <p:cNvCxnSpPr>
            <a:cxnSpLocks/>
            <a:stCxn id="4" idx="0"/>
            <a:endCxn id="17" idx="2"/>
          </p:cNvCxnSpPr>
          <p:nvPr/>
        </p:nvCxnSpPr>
        <p:spPr>
          <a:xfrm flipV="1">
            <a:off x="10853878" y="9404786"/>
            <a:ext cx="1299" cy="144840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E228994-29B8-E020-38DE-E12903E82B22}"/>
              </a:ext>
            </a:extLst>
          </p:cNvPr>
          <p:cNvSpPr txBox="1"/>
          <p:nvPr/>
        </p:nvSpPr>
        <p:spPr>
          <a:xfrm>
            <a:off x="11483719" y="10285427"/>
            <a:ext cx="161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2"/>
                </a:solidFill>
              </a:rPr>
              <a:t>暗号化＆保護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44DBE5-809F-63BA-0378-C28A6E8EE623}"/>
              </a:ext>
            </a:extLst>
          </p:cNvPr>
          <p:cNvSpPr txBox="1"/>
          <p:nvPr/>
        </p:nvSpPr>
        <p:spPr>
          <a:xfrm>
            <a:off x="9587963" y="5291157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①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AA59B4F-F387-A470-62B6-17C8011D1D66}"/>
              </a:ext>
            </a:extLst>
          </p:cNvPr>
          <p:cNvSpPr txBox="1"/>
          <p:nvPr/>
        </p:nvSpPr>
        <p:spPr>
          <a:xfrm>
            <a:off x="7492346" y="7144621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②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16F639C-2707-8495-49AC-3CA7F75FA9E7}"/>
              </a:ext>
            </a:extLst>
          </p:cNvPr>
          <p:cNvSpPr txBox="1"/>
          <p:nvPr/>
        </p:nvSpPr>
        <p:spPr>
          <a:xfrm>
            <a:off x="6353159" y="824973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③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ABCB7BC-E877-EB24-3EB7-4FE2320BB81C}"/>
              </a:ext>
            </a:extLst>
          </p:cNvPr>
          <p:cNvSpPr txBox="1"/>
          <p:nvPr/>
        </p:nvSpPr>
        <p:spPr>
          <a:xfrm>
            <a:off x="9237195" y="8247733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④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59A6626-25AE-D0F5-88CE-1962050856DD}"/>
              </a:ext>
            </a:extLst>
          </p:cNvPr>
          <p:cNvSpPr txBox="1"/>
          <p:nvPr/>
        </p:nvSpPr>
        <p:spPr>
          <a:xfrm>
            <a:off x="10790322" y="7389751"/>
            <a:ext cx="854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⑤</a:t>
            </a:r>
            <a:r>
              <a:rPr kumimoji="1" lang="en-US" altLang="ja-JP" dirty="0"/>
              <a:t>-</a:t>
            </a:r>
            <a:r>
              <a:rPr kumimoji="1" lang="ja-JP" altLang="en-US" dirty="0"/>
              <a:t>⑦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1CE3DB8-D1D4-F33C-9DCE-1F34CFBEEA5F}"/>
              </a:ext>
            </a:extLst>
          </p:cNvPr>
          <p:cNvSpPr txBox="1"/>
          <p:nvPr/>
        </p:nvSpPr>
        <p:spPr>
          <a:xfrm>
            <a:off x="12011206" y="824692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⑧</a:t>
            </a:r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64C8996C-730A-7EAB-9F8B-48B002CCA8D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839278" y="5077848"/>
            <a:ext cx="1794392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664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4041E-494C-500D-6D1B-76774DB34B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 × </a:t>
            </a:r>
            <a:r>
              <a:rPr kumimoji="1" lang="ja-JP" altLang="en-US" dirty="0"/>
              <a:t>さくらの</a:t>
            </a:r>
            <a:r>
              <a:rPr kumimoji="1" lang="en-US" altLang="ja-JP" dirty="0"/>
              <a:t>AI Engine</a:t>
            </a:r>
            <a:r>
              <a:rPr kumimoji="1" lang="ja-JP" altLang="en-US"/>
              <a:t>構成図</a:t>
            </a:r>
            <a:endParaRPr kumimoji="1" lang="ja-JP" altLang="en-US" dirty="0"/>
          </a:p>
        </p:txBody>
      </p:sp>
      <p:graphicFrame>
        <p:nvGraphicFramePr>
          <p:cNvPr id="106" name="図表 105">
            <a:extLst>
              <a:ext uri="{FF2B5EF4-FFF2-40B4-BE49-F238E27FC236}">
                <a16:creationId xmlns:a16="http://schemas.microsoft.com/office/drawing/2014/main" id="{1325D288-8AE4-48A9-7DDC-034ABCEBE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1321863"/>
              </p:ext>
            </p:extLst>
          </p:nvPr>
        </p:nvGraphicFramePr>
        <p:xfrm>
          <a:off x="18056475" y="0"/>
          <a:ext cx="6325938" cy="1371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4FA13AAF-09D1-58DE-F2FD-C3BF3244B555}"/>
              </a:ext>
            </a:extLst>
          </p:cNvPr>
          <p:cNvGrpSpPr/>
          <p:nvPr/>
        </p:nvGrpSpPr>
        <p:grpSpPr>
          <a:xfrm>
            <a:off x="3653159" y="1690687"/>
            <a:ext cx="5764036" cy="5552628"/>
            <a:chOff x="6153581" y="2196378"/>
            <a:chExt cx="5764036" cy="5552628"/>
          </a:xfrm>
        </p:grpSpPr>
        <p:sp>
          <p:nvSpPr>
            <p:cNvPr id="101" name="四角形: 角を丸くする 100">
              <a:extLst>
                <a:ext uri="{FF2B5EF4-FFF2-40B4-BE49-F238E27FC236}">
                  <a16:creationId xmlns:a16="http://schemas.microsoft.com/office/drawing/2014/main" id="{59875B07-0692-8994-9E4A-7D850BF627CB}"/>
                </a:ext>
              </a:extLst>
            </p:cNvPr>
            <p:cNvSpPr/>
            <p:nvPr/>
          </p:nvSpPr>
          <p:spPr>
            <a:xfrm>
              <a:off x="6153581" y="2348778"/>
              <a:ext cx="2880000" cy="5400228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四角形: 角を丸くする 99">
              <a:extLst>
                <a:ext uri="{FF2B5EF4-FFF2-40B4-BE49-F238E27FC236}">
                  <a16:creationId xmlns:a16="http://schemas.microsoft.com/office/drawing/2014/main" id="{45E5A58F-F7B8-A4C2-A568-F1BC7CE9D705}"/>
                </a:ext>
              </a:extLst>
            </p:cNvPr>
            <p:cNvSpPr/>
            <p:nvPr/>
          </p:nvSpPr>
          <p:spPr>
            <a:xfrm>
              <a:off x="6157617" y="2196378"/>
              <a:ext cx="5760000" cy="2880000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D6ED9FC4-8DCB-4509-BED3-5BC4DA9AC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55177" y="2190910"/>
            <a:ext cx="1440000" cy="14400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DFC2B69B-68FE-1C08-1BA9-8ADC28C906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75177" y="2190910"/>
            <a:ext cx="1440000" cy="1440000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2269FA48-36D7-0FFA-3E49-93EEC49AAF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75177" y="5077848"/>
            <a:ext cx="1440000" cy="144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AF7DCB5-898A-691B-4861-4C87C46C3E6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5177" y="10851724"/>
            <a:ext cx="1440000" cy="1440000"/>
          </a:xfrm>
          <a:prstGeom prst="rect">
            <a:avLst/>
          </a:prstGeom>
        </p:spPr>
      </p:pic>
      <p:pic>
        <p:nvPicPr>
          <p:cNvPr id="13" name="グラフィックス 12">
            <a:extLst>
              <a:ext uri="{FF2B5EF4-FFF2-40B4-BE49-F238E27FC236}">
                <a16:creationId xmlns:a16="http://schemas.microsoft.com/office/drawing/2014/main" id="{2F5CB7DA-0C09-38A8-06A1-C44D9FBA9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255177" y="7964786"/>
            <a:ext cx="1440000" cy="1440000"/>
          </a:xfrm>
          <a:prstGeom prst="rect">
            <a:avLst/>
          </a:prstGeom>
        </p:spPr>
      </p:pic>
      <p:pic>
        <p:nvPicPr>
          <p:cNvPr id="15" name="グラフィックス 14">
            <a:extLst>
              <a:ext uri="{FF2B5EF4-FFF2-40B4-BE49-F238E27FC236}">
                <a16:creationId xmlns:a16="http://schemas.microsoft.com/office/drawing/2014/main" id="{6E6DAAF4-313B-6FCC-E978-52D71DE5D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015177" y="7964786"/>
            <a:ext cx="1440000" cy="1440000"/>
          </a:xfrm>
          <a:prstGeom prst="rect">
            <a:avLst/>
          </a:prstGeom>
        </p:spPr>
      </p:pic>
      <p:pic>
        <p:nvPicPr>
          <p:cNvPr id="17" name="グラフィックス 16">
            <a:extLst>
              <a:ext uri="{FF2B5EF4-FFF2-40B4-BE49-F238E27FC236}">
                <a16:creationId xmlns:a16="http://schemas.microsoft.com/office/drawing/2014/main" id="{889A026B-9E27-D287-47C3-ABE0684288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35177" y="7964786"/>
            <a:ext cx="1440000" cy="1440000"/>
          </a:xfrm>
          <a:prstGeom prst="rect">
            <a:avLst/>
          </a:prstGeom>
        </p:spPr>
      </p:pic>
      <p:pic>
        <p:nvPicPr>
          <p:cNvPr id="19" name="グラフィックス 18">
            <a:extLst>
              <a:ext uri="{FF2B5EF4-FFF2-40B4-BE49-F238E27FC236}">
                <a16:creationId xmlns:a16="http://schemas.microsoft.com/office/drawing/2014/main" id="{4563C8B0-7340-5DE5-D5B2-3CAF6584C4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375177" y="7964786"/>
            <a:ext cx="1440000" cy="1440000"/>
          </a:xfrm>
          <a:prstGeom prst="rect">
            <a:avLst/>
          </a:prstGeom>
        </p:spPr>
      </p:pic>
      <p:pic>
        <p:nvPicPr>
          <p:cNvPr id="21" name="グラフィックス 20">
            <a:extLst>
              <a:ext uri="{FF2B5EF4-FFF2-40B4-BE49-F238E27FC236}">
                <a16:creationId xmlns:a16="http://schemas.microsoft.com/office/drawing/2014/main" id="{66D117A1-C5E4-492B-8210-E012A7F41F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3015177" y="2190910"/>
            <a:ext cx="1440000" cy="1440000"/>
          </a:xfrm>
          <a:prstGeom prst="rect">
            <a:avLst/>
          </a:prstGeom>
        </p:spPr>
      </p:pic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3D17DABC-7E4A-4C87-6452-ACED4CEBD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55177" y="10851724"/>
            <a:ext cx="1440000" cy="1440000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E4FD6B1-46BF-BAC2-974B-1B9196D0199F}"/>
              </a:ext>
            </a:extLst>
          </p:cNvPr>
          <p:cNvSpPr txBox="1"/>
          <p:nvPr/>
        </p:nvSpPr>
        <p:spPr>
          <a:xfrm>
            <a:off x="401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さくらのウェブ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アクセラレータ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DF7E9A-333D-A809-5B96-159B88EADF4C}"/>
              </a:ext>
            </a:extLst>
          </p:cNvPr>
          <p:cNvSpPr txBox="1"/>
          <p:nvPr/>
        </p:nvSpPr>
        <p:spPr>
          <a:xfrm>
            <a:off x="4015177" y="6517848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>
                <a:solidFill>
                  <a:schemeClr val="bg1"/>
                </a:solidFill>
              </a:rPr>
              <a:t>AppRun</a:t>
            </a:r>
            <a:r>
              <a:rPr kumimoji="1" lang="ja-JP" altLang="en-US" dirty="0">
                <a:solidFill>
                  <a:schemeClr val="bg1"/>
                </a:solidFill>
              </a:rPr>
              <a:t>共用型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1953237-669B-EC7E-292B-E3ED09320DE1}"/>
              </a:ext>
            </a:extLst>
          </p:cNvPr>
          <p:cNvSpPr txBox="1"/>
          <p:nvPr/>
        </p:nvSpPr>
        <p:spPr>
          <a:xfrm>
            <a:off x="401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/>
              <a:t>AppRun</a:t>
            </a:r>
            <a:r>
              <a:rPr kumimoji="1" lang="ja-JP" altLang="en-US" dirty="0"/>
              <a:t>共用型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8793116-D311-2D79-DDCF-700448B50606}"/>
              </a:ext>
            </a:extLst>
          </p:cNvPr>
          <p:cNvSpPr txBox="1"/>
          <p:nvPr/>
        </p:nvSpPr>
        <p:spPr>
          <a:xfrm>
            <a:off x="6895177" y="3630910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bg1"/>
                </a:solidFill>
              </a:rPr>
              <a:t>オブジェクト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ストレージ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66D8902A-7737-24AD-4822-102EB8DD38AD}"/>
              </a:ext>
            </a:extLst>
          </p:cNvPr>
          <p:cNvSpPr txBox="1"/>
          <p:nvPr/>
        </p:nvSpPr>
        <p:spPr>
          <a:xfrm>
            <a:off x="6895177" y="12291724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モニタリング</a:t>
            </a:r>
            <a:br>
              <a:rPr kumimoji="1" lang="en-US" altLang="ja-JP" dirty="0"/>
            </a:br>
            <a:r>
              <a:rPr kumimoji="1" lang="ja-JP" altLang="en-US" dirty="0"/>
              <a:t>スイート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56CE164-233D-D0E6-14CB-78A91B8974B3}"/>
              </a:ext>
            </a:extLst>
          </p:cNvPr>
          <p:cNvSpPr txBox="1"/>
          <p:nvPr/>
        </p:nvSpPr>
        <p:spPr>
          <a:xfrm>
            <a:off x="689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</a:t>
            </a:r>
            <a:r>
              <a:rPr kumimoji="1" lang="en-US" altLang="ja-JP" dirty="0"/>
              <a:t>MQ</a:t>
            </a:r>
            <a:endParaRPr kumimoji="1" lang="ja-JP" altLang="en-US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DA268EB-C1F9-C781-A515-51EB4B55C522}"/>
              </a:ext>
            </a:extLst>
          </p:cNvPr>
          <p:cNvSpPr txBox="1"/>
          <p:nvPr/>
        </p:nvSpPr>
        <p:spPr>
          <a:xfrm>
            <a:off x="10951156" y="9411724"/>
            <a:ext cx="894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サーバ</a:t>
            </a:r>
          </a:p>
        </p:txBody>
      </p:sp>
      <p:pic>
        <p:nvPicPr>
          <p:cNvPr id="38" name="グラフィックス 37">
            <a:extLst>
              <a:ext uri="{FF2B5EF4-FFF2-40B4-BE49-F238E27FC236}">
                <a16:creationId xmlns:a16="http://schemas.microsoft.com/office/drawing/2014/main" id="{651419AB-B871-F965-4676-2D41E5ACD6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3015177" y="5077848"/>
            <a:ext cx="1440000" cy="1440000"/>
          </a:xfrm>
          <a:prstGeom prst="rect">
            <a:avLst/>
          </a:prstGeom>
        </p:spPr>
      </p:pic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99C15FF-A17D-0660-85E2-6A7E2612CBBB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5815177" y="2910910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E84C9235-9EC8-5D00-25BE-3B5C644E2B21}"/>
              </a:ext>
            </a:extLst>
          </p:cNvPr>
          <p:cNvGrpSpPr/>
          <p:nvPr/>
        </p:nvGrpSpPr>
        <p:grpSpPr>
          <a:xfrm>
            <a:off x="6535176" y="4422100"/>
            <a:ext cx="2880001" cy="2751496"/>
            <a:chOff x="8814881" y="4699163"/>
            <a:chExt cx="2880001" cy="2751496"/>
          </a:xfrm>
        </p:grpSpPr>
        <p:pic>
          <p:nvPicPr>
            <p:cNvPr id="36" name="グラフィックス 35">
              <a:extLst>
                <a:ext uri="{FF2B5EF4-FFF2-40B4-BE49-F238E27FC236}">
                  <a16:creationId xmlns:a16="http://schemas.microsoft.com/office/drawing/2014/main" id="{892571D4-5671-0DD2-B5E6-0D0A551941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814881" y="4699163"/>
              <a:ext cx="2880000" cy="2751496"/>
            </a:xfrm>
            <a:prstGeom prst="rect">
              <a:avLst/>
            </a:prstGeom>
          </p:spPr>
        </p:pic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C174DEE7-549E-95C7-B45C-D17438252CCB}"/>
                </a:ext>
              </a:extLst>
            </p:cNvPr>
            <p:cNvSpPr/>
            <p:nvPr/>
          </p:nvSpPr>
          <p:spPr>
            <a:xfrm>
              <a:off x="8816900" y="4699163"/>
              <a:ext cx="2877982" cy="275149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8685C659-D27A-4A4C-4067-E97850F2994F}"/>
              </a:ext>
            </a:extLst>
          </p:cNvPr>
          <p:cNvCxnSpPr>
            <a:cxnSpLocks/>
            <a:stCxn id="50" idx="1"/>
            <a:endCxn id="9" idx="3"/>
          </p:cNvCxnSpPr>
          <p:nvPr/>
        </p:nvCxnSpPr>
        <p:spPr>
          <a:xfrm flipH="1">
            <a:off x="5815177" y="5797848"/>
            <a:ext cx="722018" cy="0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コネクタ: カギ線 61">
            <a:extLst>
              <a:ext uri="{FF2B5EF4-FFF2-40B4-BE49-F238E27FC236}">
                <a16:creationId xmlns:a16="http://schemas.microsoft.com/office/drawing/2014/main" id="{F4E27847-69D2-CF0D-B343-BBA630049C06}"/>
              </a:ext>
            </a:extLst>
          </p:cNvPr>
          <p:cNvCxnSpPr>
            <a:cxnSpLocks/>
            <a:stCxn id="19" idx="0"/>
            <a:endCxn id="50" idx="2"/>
          </p:cNvCxnSpPr>
          <p:nvPr/>
        </p:nvCxnSpPr>
        <p:spPr>
          <a:xfrm rot="5400000" flipH="1" flipV="1">
            <a:off x="6140086" y="6128687"/>
            <a:ext cx="791190" cy="2881009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0F014366-78D8-7635-2DD9-982A65CCD897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>
            <a:off x="581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A666D5FA-C0C1-F95E-E530-A2A2E4925DB2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869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14B3EB83-96B6-506D-BB3D-CF10557C3842}"/>
              </a:ext>
            </a:extLst>
          </p:cNvPr>
          <p:cNvCxnSpPr>
            <a:cxnSpLocks/>
            <a:stCxn id="17" idx="3"/>
            <a:endCxn id="15" idx="1"/>
          </p:cNvCxnSpPr>
          <p:nvPr/>
        </p:nvCxnSpPr>
        <p:spPr>
          <a:xfrm>
            <a:off x="11575177" y="8684786"/>
            <a:ext cx="1440000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CEDF54B7-5630-0260-E3CC-58E01D1260BC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10855177" y="6517848"/>
            <a:ext cx="4036" cy="1446938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522E2B3B-5C52-A21D-93D0-0E014C2D6D21}"/>
              </a:ext>
            </a:extLst>
          </p:cNvPr>
          <p:cNvSpPr txBox="1"/>
          <p:nvPr/>
        </p:nvSpPr>
        <p:spPr>
          <a:xfrm>
            <a:off x="12655177" y="940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シンプル通知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A4BB7251-4CC6-D3F6-C167-7019C650E32B}"/>
              </a:ext>
            </a:extLst>
          </p:cNvPr>
          <p:cNvSpPr txBox="1"/>
          <p:nvPr/>
        </p:nvSpPr>
        <p:spPr>
          <a:xfrm>
            <a:off x="12655177" y="3630910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IAM</a:t>
            </a:r>
            <a:endParaRPr kumimoji="1" lang="ja-JP" altLang="en-US" dirty="0"/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8A9FBCDA-6A1E-F84C-E179-BC92A055F257}"/>
              </a:ext>
            </a:extLst>
          </p:cNvPr>
          <p:cNvSpPr txBox="1"/>
          <p:nvPr/>
        </p:nvSpPr>
        <p:spPr>
          <a:xfrm>
            <a:off x="4015176" y="12293195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コンテナ</a:t>
            </a:r>
            <a:br>
              <a:rPr kumimoji="1" lang="en-US" altLang="ja-JP" dirty="0"/>
            </a:br>
            <a:r>
              <a:rPr kumimoji="1" lang="ja-JP" altLang="en-US" dirty="0"/>
              <a:t>レジストリ</a:t>
            </a:r>
          </a:p>
        </p:txBody>
      </p: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0E9BA8E7-371E-4445-3D20-156FD04009CD}"/>
              </a:ext>
            </a:extLst>
          </p:cNvPr>
          <p:cNvCxnSpPr>
            <a:cxnSpLocks/>
            <a:stCxn id="19" idx="1"/>
            <a:endCxn id="11" idx="1"/>
          </p:cNvCxnSpPr>
          <p:nvPr/>
        </p:nvCxnSpPr>
        <p:spPr>
          <a:xfrm rot="10800000" flipV="1">
            <a:off x="4375177" y="8684786"/>
            <a:ext cx="12700" cy="2886938"/>
          </a:xfrm>
          <a:prstGeom prst="bentConnector3">
            <a:avLst>
              <a:gd name="adj1" fmla="val 180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513CB4D2-CB98-3D02-C2F1-F3C40C5299C0}"/>
              </a:ext>
            </a:extLst>
          </p:cNvPr>
          <p:cNvCxnSpPr>
            <a:cxnSpLocks/>
            <a:stCxn id="23" idx="1"/>
            <a:endCxn id="19" idx="3"/>
          </p:cNvCxnSpPr>
          <p:nvPr/>
        </p:nvCxnSpPr>
        <p:spPr>
          <a:xfrm rot="10800000">
            <a:off x="5815177" y="8684786"/>
            <a:ext cx="1440000" cy="2886938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D7C8F0F0-5447-7C42-73DA-2808863BABF1}"/>
              </a:ext>
            </a:extLst>
          </p:cNvPr>
          <p:cNvSpPr txBox="1"/>
          <p:nvPr/>
        </p:nvSpPr>
        <p:spPr>
          <a:xfrm>
            <a:off x="4917195" y="1690687"/>
            <a:ext cx="324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>
                <a:solidFill>
                  <a:schemeClr val="bg1"/>
                </a:solidFill>
              </a:rPr>
              <a:t>既存デモサイト</a:t>
            </a:r>
          </a:p>
        </p:txBody>
      </p:sp>
      <p:pic>
        <p:nvPicPr>
          <p:cNvPr id="108" name="グラフィックス 107">
            <a:extLst>
              <a:ext uri="{FF2B5EF4-FFF2-40B4-BE49-F238E27FC236}">
                <a16:creationId xmlns:a16="http://schemas.microsoft.com/office/drawing/2014/main" id="{54EB2655-F8EE-254A-CA21-E376A3D60C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1140" y="5074379"/>
            <a:ext cx="1440000" cy="1440000"/>
          </a:xfrm>
          <a:prstGeom prst="rect">
            <a:avLst/>
          </a:prstGeom>
        </p:spPr>
      </p:pic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18428D66-E404-B16D-B0ED-F9BFAE46E0A5}"/>
              </a:ext>
            </a:extLst>
          </p:cNvPr>
          <p:cNvCxnSpPr>
            <a:cxnSpLocks/>
            <a:stCxn id="17" idx="0"/>
            <a:endCxn id="38" idx="2"/>
          </p:cNvCxnSpPr>
          <p:nvPr/>
        </p:nvCxnSpPr>
        <p:spPr>
          <a:xfrm rot="5400000" flipH="1" flipV="1">
            <a:off x="11571708" y="5801317"/>
            <a:ext cx="1446938" cy="2880000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60A36F8B-A691-CA99-1046-58124E87DF8A}"/>
              </a:ext>
            </a:extLst>
          </p:cNvPr>
          <p:cNvCxnSpPr>
            <a:cxnSpLocks/>
            <a:stCxn id="50" idx="3"/>
            <a:endCxn id="108" idx="1"/>
          </p:cNvCxnSpPr>
          <p:nvPr/>
        </p:nvCxnSpPr>
        <p:spPr>
          <a:xfrm flipV="1">
            <a:off x="9415177" y="5794379"/>
            <a:ext cx="715963" cy="346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グラフィックス 3">
            <a:extLst>
              <a:ext uri="{FF2B5EF4-FFF2-40B4-BE49-F238E27FC236}">
                <a16:creationId xmlns:a16="http://schemas.microsoft.com/office/drawing/2014/main" id="{FE0D4D9F-3516-4BF1-0061-EA71EEFC29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133878" y="10853195"/>
            <a:ext cx="1440000" cy="1440000"/>
          </a:xfrm>
          <a:prstGeom prst="rect">
            <a:avLst/>
          </a:prstGeom>
        </p:spPr>
      </p:pic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19128A85-A5AC-E9EB-BA5F-86D8F7396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009262" y="10844786"/>
            <a:ext cx="1440000" cy="14400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6F0A33E-CA7F-61E2-D01F-740D72866CE7}"/>
              </a:ext>
            </a:extLst>
          </p:cNvPr>
          <p:cNvSpPr txBox="1"/>
          <p:nvPr/>
        </p:nvSpPr>
        <p:spPr>
          <a:xfrm>
            <a:off x="9782389" y="12293195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KMS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652E62A-D446-EC5B-F0E3-85ADE834EBF0}"/>
              </a:ext>
            </a:extLst>
          </p:cNvPr>
          <p:cNvSpPr txBox="1"/>
          <p:nvPr/>
        </p:nvSpPr>
        <p:spPr>
          <a:xfrm>
            <a:off x="12649262" y="1228478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パケットフィルタ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DADE32E3-7022-ABA4-0839-CBFA67CA793E}"/>
              </a:ext>
            </a:extLst>
          </p:cNvPr>
          <p:cNvCxnSpPr>
            <a:cxnSpLocks/>
            <a:stCxn id="17" idx="2"/>
            <a:endCxn id="8" idx="0"/>
          </p:cNvCxnSpPr>
          <p:nvPr/>
        </p:nvCxnSpPr>
        <p:spPr>
          <a:xfrm rot="16200000" flipH="1">
            <a:off x="11572219" y="8687743"/>
            <a:ext cx="1440000" cy="2874085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EEAD8A5B-05C0-1062-5BFC-97129A97EDC7}"/>
              </a:ext>
            </a:extLst>
          </p:cNvPr>
          <p:cNvCxnSpPr>
            <a:cxnSpLocks/>
            <a:stCxn id="4" idx="0"/>
            <a:endCxn id="17" idx="2"/>
          </p:cNvCxnSpPr>
          <p:nvPr/>
        </p:nvCxnSpPr>
        <p:spPr>
          <a:xfrm flipV="1">
            <a:off x="10853878" y="9404786"/>
            <a:ext cx="1299" cy="144840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66AA720-F3C4-E9C9-39EE-E2D0B824E371}"/>
              </a:ext>
            </a:extLst>
          </p:cNvPr>
          <p:cNvSpPr txBox="1"/>
          <p:nvPr/>
        </p:nvSpPr>
        <p:spPr>
          <a:xfrm>
            <a:off x="11483719" y="10285427"/>
            <a:ext cx="161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2"/>
                </a:solidFill>
              </a:rPr>
              <a:t>暗号化＆保護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B76D205-CDE8-01E8-364B-C9BDD47514C7}"/>
              </a:ext>
            </a:extLst>
          </p:cNvPr>
          <p:cNvSpPr txBox="1"/>
          <p:nvPr/>
        </p:nvSpPr>
        <p:spPr>
          <a:xfrm>
            <a:off x="9587963" y="5291157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①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45049B2-30B3-3BCD-92C5-BDF8FB59532D}"/>
              </a:ext>
            </a:extLst>
          </p:cNvPr>
          <p:cNvSpPr txBox="1"/>
          <p:nvPr/>
        </p:nvSpPr>
        <p:spPr>
          <a:xfrm>
            <a:off x="7492346" y="7144621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②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8A0B388-ACB2-AEAF-A275-0118DA1FC15B}"/>
              </a:ext>
            </a:extLst>
          </p:cNvPr>
          <p:cNvSpPr txBox="1"/>
          <p:nvPr/>
        </p:nvSpPr>
        <p:spPr>
          <a:xfrm>
            <a:off x="6353159" y="824973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③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C1C4FB6-B673-8059-6FAD-898F0BAF6728}"/>
              </a:ext>
            </a:extLst>
          </p:cNvPr>
          <p:cNvSpPr txBox="1"/>
          <p:nvPr/>
        </p:nvSpPr>
        <p:spPr>
          <a:xfrm>
            <a:off x="9237195" y="8247733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④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3FCBFFF-611C-4774-D50D-741B8265683C}"/>
              </a:ext>
            </a:extLst>
          </p:cNvPr>
          <p:cNvSpPr txBox="1"/>
          <p:nvPr/>
        </p:nvSpPr>
        <p:spPr>
          <a:xfrm>
            <a:off x="10790322" y="7389751"/>
            <a:ext cx="854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⑤</a:t>
            </a:r>
            <a:r>
              <a:rPr kumimoji="1" lang="en-US" altLang="ja-JP" dirty="0"/>
              <a:t>-</a:t>
            </a:r>
            <a:r>
              <a:rPr kumimoji="1" lang="ja-JP" altLang="en-US" dirty="0"/>
              <a:t>⑦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691A153-6CCF-9200-CC5A-088361CF7762}"/>
              </a:ext>
            </a:extLst>
          </p:cNvPr>
          <p:cNvSpPr txBox="1"/>
          <p:nvPr/>
        </p:nvSpPr>
        <p:spPr>
          <a:xfrm>
            <a:off x="12011206" y="8246920"/>
            <a:ext cx="3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⑧</a:t>
            </a:r>
          </a:p>
        </p:txBody>
      </p:sp>
    </p:spTree>
    <p:extLst>
      <p:ext uri="{BB962C8B-B14F-4D97-AF65-F5344CB8AC3E}">
        <p14:creationId xmlns:p14="http://schemas.microsoft.com/office/powerpoint/2010/main" val="2769160972"/>
      </p:ext>
    </p:extLst>
  </p:cSld>
  <p:clrMapOvr>
    <a:masterClrMapping/>
  </p:clrMapOvr>
</p:sld>
</file>

<file path=ppt/theme/theme1.xml><?xml version="1.0" encoding="utf-8"?>
<a:theme xmlns:a="http://schemas.openxmlformats.org/drawingml/2006/main" name="基本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B303FDB0-1878-4EE4-B59B-F6C3E1E7D1FA}"/>
    </a:ext>
  </a:extLst>
</a:theme>
</file>

<file path=ppt/theme/theme2.xml><?xml version="1.0" encoding="utf-8"?>
<a:theme xmlns:a="http://schemas.openxmlformats.org/drawingml/2006/main" name="セクショニング(SAKURA Pin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3E03A7F-CE58-40DC-BD8C-2E83A42748A8}"/>
    </a:ext>
  </a:extLst>
</a:theme>
</file>

<file path=ppt/theme/theme3.xml><?xml version="1.0" encoding="utf-8"?>
<a:theme xmlns:a="http://schemas.openxmlformats.org/drawingml/2006/main" name="セクショニング(SAKURA Orang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D3E25F5-3C21-431F-8027-130F3AAC90F3}"/>
    </a:ext>
  </a:extLst>
</a:theme>
</file>

<file path=ppt/theme/theme4.xml><?xml version="1.0" encoding="utf-8"?>
<a:theme xmlns:a="http://schemas.openxmlformats.org/drawingml/2006/main" name="セクショニング(SAKURA Blue Light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8295E8FA-2BD7-470E-B45F-4809C34CABB5}"/>
    </a:ext>
  </a:extLst>
</a:theme>
</file>

<file path=ppt/theme/theme5.xml><?xml version="1.0" encoding="utf-8"?>
<a:theme xmlns:a="http://schemas.openxmlformats.org/drawingml/2006/main" name="セクショニング(SAKURA Yellow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FD6CF57-3C64-4BE2-8D17-94EAFBD1A005}"/>
    </a:ext>
  </a:extLst>
</a:theme>
</file>

<file path=ppt/theme/theme6.xml><?xml version="1.0" encoding="utf-8"?>
<a:theme xmlns:a="http://schemas.openxmlformats.org/drawingml/2006/main" name="セクショニング(SAKURA Dark Blu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A49226F-B767-47F5-AD40-CA3A982FDD7D}"/>
    </a:ext>
  </a:extLst>
</a:theme>
</file>

<file path=ppt/theme/theme7.xml><?xml version="1.0" encoding="utf-8"?>
<a:theme xmlns:a="http://schemas.openxmlformats.org/drawingml/2006/main" name="セクショニング(SAKURA Green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59D96151-4E89-41F0-9F64-A0A41940310E}"/>
    </a:ext>
  </a:extLst>
</a:theme>
</file>

<file path=ppt/theme/theme8.xml><?xml version="1.0" encoding="utf-8"?>
<a:theme xmlns:a="http://schemas.openxmlformats.org/drawingml/2006/main" name="セクショニング(SAKURA Blac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E3E8F9E2-EF40-42C2-897E-A09A55258272}"/>
    </a:ext>
  </a:extLst>
</a:theme>
</file>

<file path=ppt/theme/theme9.xml><?xml version="1.0" encoding="utf-8"?>
<a:theme xmlns:a="http://schemas.openxmlformats.org/drawingml/2006/main" name="セクショニング(SAKURA Gray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FA81F2E-A000-432C-BF2A-52CADB5C7843}"/>
    </a:ext>
  </a:extLst>
</a:theme>
</file>

<file path=ppt/theme/theme10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DesignTemplate_2020(4-3)(16-9)</Template>
  <TotalTime>272</TotalTime>
  <Words>332</Words>
  <Application>Microsoft Office PowerPoint</Application>
  <PresentationFormat>ユーザー設定</PresentationFormat>
  <Paragraphs>60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9</vt:i4>
      </vt:variant>
      <vt:variant>
        <vt:lpstr>スライド タイトル</vt:lpstr>
      </vt:variant>
      <vt:variant>
        <vt:i4>3</vt:i4>
      </vt:variant>
    </vt:vector>
  </HeadingPairs>
  <TitlesOfParts>
    <vt:vector size="17" baseType="lpstr">
      <vt:lpstr>Haru TP B</vt:lpstr>
      <vt:lpstr>Haru TP M</vt:lpstr>
      <vt:lpstr>Haru TP R</vt:lpstr>
      <vt:lpstr>游ゴシック</vt:lpstr>
      <vt:lpstr>Arial</vt:lpstr>
      <vt:lpstr>基本</vt:lpstr>
      <vt:lpstr>セクショニング(SAKURA Pink)</vt:lpstr>
      <vt:lpstr>セクショニング(SAKURA Orange)</vt:lpstr>
      <vt:lpstr>セクショニング(SAKURA Blue Light)</vt:lpstr>
      <vt:lpstr>セクショニング(SAKURA Yellow)</vt:lpstr>
      <vt:lpstr>セクショニング(SAKURA Dark Blue)</vt:lpstr>
      <vt:lpstr>セクショニング(SAKURA Green)</vt:lpstr>
      <vt:lpstr>セクショニング(SAKURA Black)</vt:lpstr>
      <vt:lpstr>セクショニング(SAKURA Gray)</vt:lpstr>
      <vt:lpstr>ImageFlux Live Streaming × さくらのAI Engine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城谷 匠</dc:creator>
  <cp:lastModifiedBy>城谷 匠</cp:lastModifiedBy>
  <cp:revision>1</cp:revision>
  <dcterms:created xsi:type="dcterms:W3CDTF">2026-06-02T01:19:06Z</dcterms:created>
  <dcterms:modified xsi:type="dcterms:W3CDTF">2026-06-04T03:45:32Z</dcterms:modified>
</cp:coreProperties>
</file>